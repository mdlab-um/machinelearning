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sldIdLst>
    <p:sldId id="256" r:id="rId3"/>
    <p:sldId id="257" r:id="rId4"/>
    <p:sldId id="261" r:id="rId5"/>
    <p:sldId id="262" r:id="rId6"/>
    <p:sldId id="264" r:id="rId7"/>
    <p:sldId id="267" r:id="rId8"/>
    <p:sldId id="266" r:id="rId9"/>
    <p:sldId id="265" r:id="rId10"/>
    <p:sldId id="268" r:id="rId11"/>
    <p:sldId id="263" r:id="rId12"/>
    <p:sldId id="26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DD2D1-DC0D-5D23-639F-EC34D08B80B1}" v="167" dt="2025-11-20T18:57:23.010"/>
    <p1510:client id="{98BA0294-7B61-DF0F-3908-D7E12A89BFDD}" v="155" dt="2025-11-20T21:43:30.074"/>
    <p1510:client id="{B543545D-D7D9-5FAE-C6AE-3411774D590D}" v="4" dt="2025-11-21T17:21:03.723"/>
    <p1510:client id="{DA776878-7F1C-8D8E-9744-62B1C2CCA407}" v="78" dt="2025-11-21T17:09:42.276"/>
    <p1510:client id="{F5836A57-2FEB-A19B-48D3-7F718E246859}" v="7" dt="2025-11-21T18:12:10.799"/>
    <p1510:client id="{FF624118-7309-4D26-1F8A-8ACE3AA9817F}" v="2882" dt="2025-11-20T18:39:04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n Huang" userId="S::jianhuang@umass.edu::cceb65c6-4fe9-43ae-8ac3-0c77a86496d4" providerId="AD" clId="Web-{6CCDD2D1-DC0D-5D23-639F-EC34D08B80B1}"/>
    <pc:docChg chg="addSld modSld">
      <pc:chgData name="Jian Huang" userId="S::jianhuang@umass.edu::cceb65c6-4fe9-43ae-8ac3-0c77a86496d4" providerId="AD" clId="Web-{6CCDD2D1-DC0D-5D23-639F-EC34D08B80B1}" dt="2025-11-20T18:57:23.010" v="154" actId="1076"/>
      <pc:docMkLst>
        <pc:docMk/>
      </pc:docMkLst>
      <pc:sldChg chg="addSp delSp modSp">
        <pc:chgData name="Jian Huang" userId="S::jianhuang@umass.edu::cceb65c6-4fe9-43ae-8ac3-0c77a86496d4" providerId="AD" clId="Web-{6CCDD2D1-DC0D-5D23-639F-EC34D08B80B1}" dt="2025-11-20T18:47:04.381" v="89" actId="1076"/>
        <pc:sldMkLst>
          <pc:docMk/>
          <pc:sldMk cId="3567268480" sldId="263"/>
        </pc:sldMkLst>
        <pc:spChg chg="del">
          <ac:chgData name="Jian Huang" userId="S::jianhuang@umass.edu::cceb65c6-4fe9-43ae-8ac3-0c77a86496d4" providerId="AD" clId="Web-{6CCDD2D1-DC0D-5D23-639F-EC34D08B80B1}" dt="2025-11-20T18:46:55.569" v="84"/>
          <ac:spMkLst>
            <pc:docMk/>
            <pc:sldMk cId="3567268480" sldId="263"/>
            <ac:spMk id="2" creationId="{D2FEF08A-4AAB-8724-EB26-84C121F3DA62}"/>
          </ac:spMkLst>
        </pc:spChg>
        <pc:picChg chg="add mod">
          <ac:chgData name="Jian Huang" userId="S::jianhuang@umass.edu::cceb65c6-4fe9-43ae-8ac3-0c77a86496d4" providerId="AD" clId="Web-{6CCDD2D1-DC0D-5D23-639F-EC34D08B80B1}" dt="2025-11-20T18:47:04.381" v="89" actId="1076"/>
          <ac:picMkLst>
            <pc:docMk/>
            <pc:sldMk cId="3567268480" sldId="263"/>
            <ac:picMk id="4" creationId="{D449566D-CC2F-0E61-16C8-FC7AF3FF4D23}"/>
          </ac:picMkLst>
        </pc:picChg>
      </pc:sldChg>
      <pc:sldChg chg="addSp modSp">
        <pc:chgData name="Jian Huang" userId="S::jianhuang@umass.edu::cceb65c6-4fe9-43ae-8ac3-0c77a86496d4" providerId="AD" clId="Web-{6CCDD2D1-DC0D-5D23-639F-EC34D08B80B1}" dt="2025-11-20T18:45:22.816" v="83" actId="20577"/>
        <pc:sldMkLst>
          <pc:docMk/>
          <pc:sldMk cId="3428284886" sldId="265"/>
        </pc:sldMkLst>
        <pc:spChg chg="mod">
          <ac:chgData name="Jian Huang" userId="S::jianhuang@umass.edu::cceb65c6-4fe9-43ae-8ac3-0c77a86496d4" providerId="AD" clId="Web-{6CCDD2D1-DC0D-5D23-639F-EC34D08B80B1}" dt="2025-11-20T18:45:22.816" v="83" actId="20577"/>
          <ac:spMkLst>
            <pc:docMk/>
            <pc:sldMk cId="3428284886" sldId="265"/>
            <ac:spMk id="2" creationId="{CDE29269-3659-0454-37AD-9F96C37B78F1}"/>
          </ac:spMkLst>
        </pc:spChg>
        <pc:spChg chg="add mod">
          <ac:chgData name="Jian Huang" userId="S::jianhuang@umass.edu::cceb65c6-4fe9-43ae-8ac3-0c77a86496d4" providerId="AD" clId="Web-{6CCDD2D1-DC0D-5D23-639F-EC34D08B80B1}" dt="2025-11-20T18:44:29.407" v="13"/>
          <ac:spMkLst>
            <pc:docMk/>
            <pc:sldMk cId="3428284886" sldId="265"/>
            <ac:spMk id="6" creationId="{FD0D81BB-477E-905A-4AE6-B99AA1AC7070}"/>
          </ac:spMkLst>
        </pc:spChg>
        <pc:picChg chg="add mod">
          <ac:chgData name="Jian Huang" userId="S::jianhuang@umass.edu::cceb65c6-4fe9-43ae-8ac3-0c77a86496d4" providerId="AD" clId="Web-{6CCDD2D1-DC0D-5D23-639F-EC34D08B80B1}" dt="2025-11-20T18:43:30.496" v="5" actId="1076"/>
          <ac:picMkLst>
            <pc:docMk/>
            <pc:sldMk cId="3428284886" sldId="265"/>
            <ac:picMk id="4" creationId="{9C55B5BB-76AA-BA66-7BA0-167D09E69258}"/>
          </ac:picMkLst>
        </pc:picChg>
        <pc:picChg chg="add mod">
          <ac:chgData name="Jian Huang" userId="S::jianhuang@umass.edu::cceb65c6-4fe9-43ae-8ac3-0c77a86496d4" providerId="AD" clId="Web-{6CCDD2D1-DC0D-5D23-639F-EC34D08B80B1}" dt="2025-11-20T18:44:10.546" v="9" actId="14100"/>
          <ac:picMkLst>
            <pc:docMk/>
            <pc:sldMk cId="3428284886" sldId="265"/>
            <ac:picMk id="5" creationId="{4573485B-AB3B-23F6-5FD3-1029139F9103}"/>
          </ac:picMkLst>
        </pc:picChg>
      </pc:sldChg>
      <pc:sldChg chg="addSp delSp modSp add replId addAnim">
        <pc:chgData name="Jian Huang" userId="S::jianhuang@umass.edu::cceb65c6-4fe9-43ae-8ac3-0c77a86496d4" providerId="AD" clId="Web-{6CCDD2D1-DC0D-5D23-639F-EC34D08B80B1}" dt="2025-11-20T18:57:23.010" v="154" actId="1076"/>
        <pc:sldMkLst>
          <pc:docMk/>
          <pc:sldMk cId="134762124" sldId="268"/>
        </pc:sldMkLst>
        <pc:spChg chg="mod">
          <ac:chgData name="Jian Huang" userId="S::jianhuang@umass.edu::cceb65c6-4fe9-43ae-8ac3-0c77a86496d4" providerId="AD" clId="Web-{6CCDD2D1-DC0D-5D23-639F-EC34D08B80B1}" dt="2025-11-20T18:48:09.492" v="101" actId="20577"/>
          <ac:spMkLst>
            <pc:docMk/>
            <pc:sldMk cId="134762124" sldId="268"/>
            <ac:spMk id="3" creationId="{2F901493-7774-6023-6290-27280D88CD0C}"/>
          </ac:spMkLst>
        </pc:spChg>
        <pc:spChg chg="add mod">
          <ac:chgData name="Jian Huang" userId="S::jianhuang@umass.edu::cceb65c6-4fe9-43ae-8ac3-0c77a86496d4" providerId="AD" clId="Web-{6CCDD2D1-DC0D-5D23-639F-EC34D08B80B1}" dt="2025-11-20T18:50:52.400" v="131" actId="1076"/>
          <ac:spMkLst>
            <pc:docMk/>
            <pc:sldMk cId="134762124" sldId="268"/>
            <ac:spMk id="6" creationId="{D263AFE1-278C-70B6-6274-22880F84E7B5}"/>
          </ac:spMkLst>
        </pc:spChg>
        <pc:picChg chg="add del mod">
          <ac:chgData name="Jian Huang" userId="S::jianhuang@umass.edu::cceb65c6-4fe9-43ae-8ac3-0c77a86496d4" providerId="AD" clId="Web-{6CCDD2D1-DC0D-5D23-639F-EC34D08B80B1}" dt="2025-11-20T18:48:26.914" v="105"/>
          <ac:picMkLst>
            <pc:docMk/>
            <pc:sldMk cId="134762124" sldId="268"/>
            <ac:picMk id="2" creationId="{D2BDA977-7921-5D4C-CF3D-B56570548201}"/>
          </ac:picMkLst>
        </pc:picChg>
        <pc:picChg chg="del">
          <ac:chgData name="Jian Huang" userId="S::jianhuang@umass.edu::cceb65c6-4fe9-43ae-8ac3-0c77a86496d4" providerId="AD" clId="Web-{6CCDD2D1-DC0D-5D23-639F-EC34D08B80B1}" dt="2025-11-20T18:48:13.039" v="103"/>
          <ac:picMkLst>
            <pc:docMk/>
            <pc:sldMk cId="134762124" sldId="268"/>
            <ac:picMk id="4" creationId="{10D0A489-BDF7-A8CB-219A-7ADBF893F188}"/>
          </ac:picMkLst>
        </pc:picChg>
        <pc:picChg chg="add mod">
          <ac:chgData name="Jian Huang" userId="S::jianhuang@umass.edu::cceb65c6-4fe9-43ae-8ac3-0c77a86496d4" providerId="AD" clId="Web-{6CCDD2D1-DC0D-5D23-639F-EC34D08B80B1}" dt="2025-11-20T18:50:47.869" v="129" actId="1076"/>
          <ac:picMkLst>
            <pc:docMk/>
            <pc:sldMk cId="134762124" sldId="268"/>
            <ac:picMk id="5" creationId="{7BF48193-7FC1-66F4-0E7F-5CA03F966B2D}"/>
          </ac:picMkLst>
        </pc:picChg>
        <pc:picChg chg="add mod">
          <ac:chgData name="Jian Huang" userId="S::jianhuang@umass.edu::cceb65c6-4fe9-43ae-8ac3-0c77a86496d4" providerId="AD" clId="Web-{6CCDD2D1-DC0D-5D23-639F-EC34D08B80B1}" dt="2025-11-20T18:49:25.321" v="123" actId="14100"/>
          <ac:picMkLst>
            <pc:docMk/>
            <pc:sldMk cId="134762124" sldId="268"/>
            <ac:picMk id="7" creationId="{C675C832-86BB-FD30-8BA1-BE71DF4E0D57}"/>
          </ac:picMkLst>
        </pc:picChg>
        <pc:picChg chg="add mod">
          <ac:chgData name="Jian Huang" userId="S::jianhuang@umass.edu::cceb65c6-4fe9-43ae-8ac3-0c77a86496d4" providerId="AD" clId="Web-{6CCDD2D1-DC0D-5D23-639F-EC34D08B80B1}" dt="2025-11-20T18:50:56.791" v="133" actId="14100"/>
          <ac:picMkLst>
            <pc:docMk/>
            <pc:sldMk cId="134762124" sldId="268"/>
            <ac:picMk id="8" creationId="{066F84B0-BBF8-4B80-25BF-0B1ED3D39AC5}"/>
          </ac:picMkLst>
        </pc:picChg>
        <pc:picChg chg="add mod">
          <ac:chgData name="Jian Huang" userId="S::jianhuang@umass.edu::cceb65c6-4fe9-43ae-8ac3-0c77a86496d4" providerId="AD" clId="Web-{6CCDD2D1-DC0D-5D23-639F-EC34D08B80B1}" dt="2025-11-20T18:55:04.287" v="135" actId="1076"/>
          <ac:picMkLst>
            <pc:docMk/>
            <pc:sldMk cId="134762124" sldId="268"/>
            <ac:picMk id="9" creationId="{C9238E11-CEA7-A30A-9C6B-EC564CD9D894}"/>
          </ac:picMkLst>
        </pc:picChg>
        <pc:cxnChg chg="add mod">
          <ac:chgData name="Jian Huang" userId="S::jianhuang@umass.edu::cceb65c6-4fe9-43ae-8ac3-0c77a86496d4" providerId="AD" clId="Web-{6CCDD2D1-DC0D-5D23-639F-EC34D08B80B1}" dt="2025-11-20T18:55:56.742" v="140"/>
          <ac:cxnSpMkLst>
            <pc:docMk/>
            <pc:sldMk cId="134762124" sldId="268"/>
            <ac:cxnSpMk id="10" creationId="{07BB4480-7566-39BB-86C0-63289A3BFADA}"/>
          </ac:cxnSpMkLst>
        </pc:cxnChg>
        <pc:cxnChg chg="add mod">
          <ac:chgData name="Jian Huang" userId="S::jianhuang@umass.edu::cceb65c6-4fe9-43ae-8ac3-0c77a86496d4" providerId="AD" clId="Web-{6CCDD2D1-DC0D-5D23-639F-EC34D08B80B1}" dt="2025-11-20T18:56:04.524" v="142" actId="1076"/>
          <ac:cxnSpMkLst>
            <pc:docMk/>
            <pc:sldMk cId="134762124" sldId="268"/>
            <ac:cxnSpMk id="11" creationId="{7B3D35B6-0D7A-464B-BFB3-FE6D398B6653}"/>
          </ac:cxnSpMkLst>
        </pc:cxnChg>
        <pc:cxnChg chg="add mod">
          <ac:chgData name="Jian Huang" userId="S::jianhuang@umass.edu::cceb65c6-4fe9-43ae-8ac3-0c77a86496d4" providerId="AD" clId="Web-{6CCDD2D1-DC0D-5D23-639F-EC34D08B80B1}" dt="2025-11-20T18:56:15.243" v="146" actId="14100"/>
          <ac:cxnSpMkLst>
            <pc:docMk/>
            <pc:sldMk cId="134762124" sldId="268"/>
            <ac:cxnSpMk id="12" creationId="{C75A2BA7-D484-2BEC-60CA-00E656067D02}"/>
          </ac:cxnSpMkLst>
        </pc:cxnChg>
        <pc:cxnChg chg="add mod">
          <ac:chgData name="Jian Huang" userId="S::jianhuang@umass.edu::cceb65c6-4fe9-43ae-8ac3-0c77a86496d4" providerId="AD" clId="Web-{6CCDD2D1-DC0D-5D23-639F-EC34D08B80B1}" dt="2025-11-20T18:56:38.384" v="149" actId="14100"/>
          <ac:cxnSpMkLst>
            <pc:docMk/>
            <pc:sldMk cId="134762124" sldId="268"/>
            <ac:cxnSpMk id="13" creationId="{6A1A2D6B-055A-886A-3814-2A7BDC493AD0}"/>
          </ac:cxnSpMkLst>
        </pc:cxnChg>
        <pc:cxnChg chg="add mod">
          <ac:chgData name="Jian Huang" userId="S::jianhuang@umass.edu::cceb65c6-4fe9-43ae-8ac3-0c77a86496d4" providerId="AD" clId="Web-{6CCDD2D1-DC0D-5D23-639F-EC34D08B80B1}" dt="2025-11-20T18:57:23.010" v="154" actId="1076"/>
          <ac:cxnSpMkLst>
            <pc:docMk/>
            <pc:sldMk cId="134762124" sldId="268"/>
            <ac:cxnSpMk id="14" creationId="{0C439F56-FF58-CF72-80C6-D1CEAE661D5E}"/>
          </ac:cxnSpMkLst>
        </pc:cxnChg>
      </pc:sldChg>
    </pc:docChg>
  </pc:docChgLst>
  <pc:docChgLst>
    <pc:chgData name="Jian Huang" userId="S::jianhuang@umass.edu::cceb65c6-4fe9-43ae-8ac3-0c77a86496d4" providerId="AD" clId="Web-{98BA0294-7B61-DF0F-3908-D7E12A89BFDD}"/>
    <pc:docChg chg="modSld">
      <pc:chgData name="Jian Huang" userId="S::jianhuang@umass.edu::cceb65c6-4fe9-43ae-8ac3-0c77a86496d4" providerId="AD" clId="Web-{98BA0294-7B61-DF0F-3908-D7E12A89BFDD}" dt="2025-11-20T21:43:30.074" v="115"/>
      <pc:docMkLst>
        <pc:docMk/>
      </pc:docMkLst>
      <pc:sldChg chg="addAnim">
        <pc:chgData name="Jian Huang" userId="S::jianhuang@umass.edu::cceb65c6-4fe9-43ae-8ac3-0c77a86496d4" providerId="AD" clId="Web-{98BA0294-7B61-DF0F-3908-D7E12A89BFDD}" dt="2025-11-20T21:26:28.362" v="32"/>
        <pc:sldMkLst>
          <pc:docMk/>
          <pc:sldMk cId="2583300102" sldId="257"/>
        </pc:sldMkLst>
      </pc:sldChg>
      <pc:sldChg chg="modSp modTransition">
        <pc:chgData name="Jian Huang" userId="S::jianhuang@umass.edu::cceb65c6-4fe9-43ae-8ac3-0c77a86496d4" providerId="AD" clId="Web-{98BA0294-7B61-DF0F-3908-D7E12A89BFDD}" dt="2025-11-20T21:29:46.290" v="37" actId="14100"/>
        <pc:sldMkLst>
          <pc:docMk/>
          <pc:sldMk cId="2190353499" sldId="262"/>
        </pc:sldMkLst>
        <pc:spChg chg="mod">
          <ac:chgData name="Jian Huang" userId="S::jianhuang@umass.edu::cceb65c6-4fe9-43ae-8ac3-0c77a86496d4" providerId="AD" clId="Web-{98BA0294-7B61-DF0F-3908-D7E12A89BFDD}" dt="2025-11-20T21:29:46.290" v="37" actId="14100"/>
          <ac:spMkLst>
            <pc:docMk/>
            <pc:sldMk cId="2190353499" sldId="262"/>
            <ac:spMk id="10" creationId="{ECD9FE41-58E9-3289-7DD8-080BE9933546}"/>
          </ac:spMkLst>
        </pc:spChg>
      </pc:sldChg>
      <pc:sldChg chg="modSp">
        <pc:chgData name="Jian Huang" userId="S::jianhuang@umass.edu::cceb65c6-4fe9-43ae-8ac3-0c77a86496d4" providerId="AD" clId="Web-{98BA0294-7B61-DF0F-3908-D7E12A89BFDD}" dt="2025-11-20T21:29:37.993" v="36" actId="1076"/>
        <pc:sldMkLst>
          <pc:docMk/>
          <pc:sldMk cId="1791234554" sldId="264"/>
        </pc:sldMkLst>
        <pc:spChg chg="mod">
          <ac:chgData name="Jian Huang" userId="S::jianhuang@umass.edu::cceb65c6-4fe9-43ae-8ac3-0c77a86496d4" providerId="AD" clId="Web-{98BA0294-7B61-DF0F-3908-D7E12A89BFDD}" dt="2025-11-20T21:29:10.914" v="35" actId="14100"/>
          <ac:spMkLst>
            <pc:docMk/>
            <pc:sldMk cId="1791234554" sldId="264"/>
            <ac:spMk id="14" creationId="{38CB07B1-F65C-8D52-3AE2-CFEEB4D19346}"/>
          </ac:spMkLst>
        </pc:spChg>
        <pc:spChg chg="mod">
          <ac:chgData name="Jian Huang" userId="S::jianhuang@umass.edu::cceb65c6-4fe9-43ae-8ac3-0c77a86496d4" providerId="AD" clId="Web-{98BA0294-7B61-DF0F-3908-D7E12A89BFDD}" dt="2025-11-20T21:25:11.187" v="1" actId="14100"/>
          <ac:spMkLst>
            <pc:docMk/>
            <pc:sldMk cId="1791234554" sldId="264"/>
            <ac:spMk id="16" creationId="{BDEBFF90-AFC5-7D45-D9D8-9E4C5A406D90}"/>
          </ac:spMkLst>
        </pc:spChg>
        <pc:grpChg chg="mod">
          <ac:chgData name="Jian Huang" userId="S::jianhuang@umass.edu::cceb65c6-4fe9-43ae-8ac3-0c77a86496d4" providerId="AD" clId="Web-{98BA0294-7B61-DF0F-3908-D7E12A89BFDD}" dt="2025-11-20T21:29:37.993" v="36" actId="1076"/>
          <ac:grpSpMkLst>
            <pc:docMk/>
            <pc:sldMk cId="1791234554" sldId="264"/>
            <ac:grpSpMk id="32" creationId="{BC2DE862-6C82-A60A-BD3A-EDE6263A8D54}"/>
          </ac:grpSpMkLst>
        </pc:grpChg>
      </pc:sldChg>
      <pc:sldChg chg="addAnim">
        <pc:chgData name="Jian Huang" userId="S::jianhuang@umass.edu::cceb65c6-4fe9-43ae-8ac3-0c77a86496d4" providerId="AD" clId="Web-{98BA0294-7B61-DF0F-3908-D7E12A89BFDD}" dt="2025-11-20T21:36:13.731" v="61"/>
        <pc:sldMkLst>
          <pc:docMk/>
          <pc:sldMk cId="3428284886" sldId="265"/>
        </pc:sldMkLst>
      </pc:sldChg>
      <pc:sldChg chg="addSp modSp addAnim delAnim modAnim">
        <pc:chgData name="Jian Huang" userId="S::jianhuang@umass.edu::cceb65c6-4fe9-43ae-8ac3-0c77a86496d4" providerId="AD" clId="Web-{98BA0294-7B61-DF0F-3908-D7E12A89BFDD}" dt="2025-11-20T21:43:30.074" v="115"/>
        <pc:sldMkLst>
          <pc:docMk/>
          <pc:sldMk cId="2176738189" sldId="266"/>
        </pc:sldMkLst>
        <pc:spChg chg="mod">
          <ac:chgData name="Jian Huang" userId="S::jianhuang@umass.edu::cceb65c6-4fe9-43ae-8ac3-0c77a86496d4" providerId="AD" clId="Web-{98BA0294-7B61-DF0F-3908-D7E12A89BFDD}" dt="2025-11-20T21:41:27.445" v="102" actId="20577"/>
          <ac:spMkLst>
            <pc:docMk/>
            <pc:sldMk cId="2176738189" sldId="266"/>
            <ac:spMk id="3" creationId="{B69DB21B-89AF-454B-7E0B-81051DB0F6C1}"/>
          </ac:spMkLst>
        </pc:spChg>
        <pc:spChg chg="mod">
          <ac:chgData name="Jian Huang" userId="S::jianhuang@umass.edu::cceb65c6-4fe9-43ae-8ac3-0c77a86496d4" providerId="AD" clId="Web-{98BA0294-7B61-DF0F-3908-D7E12A89BFDD}" dt="2025-11-20T21:35:41.933" v="56" actId="1076"/>
          <ac:spMkLst>
            <pc:docMk/>
            <pc:sldMk cId="2176738189" sldId="266"/>
            <ac:spMk id="4" creationId="{E5E4159D-7011-9B4F-D78B-559EDFB2898E}"/>
          </ac:spMkLst>
        </pc:spChg>
        <pc:spChg chg="mod">
          <ac:chgData name="Jian Huang" userId="S::jianhuang@umass.edu::cceb65c6-4fe9-43ae-8ac3-0c77a86496d4" providerId="AD" clId="Web-{98BA0294-7B61-DF0F-3908-D7E12A89BFDD}" dt="2025-11-20T21:26:00.564" v="29" actId="1076"/>
          <ac:spMkLst>
            <pc:docMk/>
            <pc:sldMk cId="2176738189" sldId="266"/>
            <ac:spMk id="16" creationId="{7E2872DA-2727-7F40-B158-D5D465EFFA74}"/>
          </ac:spMkLst>
        </pc:spChg>
        <pc:spChg chg="mod">
          <ac:chgData name="Jian Huang" userId="S::jianhuang@umass.edu::cceb65c6-4fe9-43ae-8ac3-0c77a86496d4" providerId="AD" clId="Web-{98BA0294-7B61-DF0F-3908-D7E12A89BFDD}" dt="2025-11-20T21:42:43.838" v="105" actId="1076"/>
          <ac:spMkLst>
            <pc:docMk/>
            <pc:sldMk cId="2176738189" sldId="266"/>
            <ac:spMk id="32" creationId="{BA6B24A8-D917-378D-6208-79F60F7A5636}"/>
          </ac:spMkLst>
        </pc:spChg>
        <pc:spChg chg="mod">
          <ac:chgData name="Jian Huang" userId="S::jianhuang@umass.edu::cceb65c6-4fe9-43ae-8ac3-0c77a86496d4" providerId="AD" clId="Web-{98BA0294-7B61-DF0F-3908-D7E12A89BFDD}" dt="2025-11-20T21:33:00.485" v="43" actId="20577"/>
          <ac:spMkLst>
            <pc:docMk/>
            <pc:sldMk cId="2176738189" sldId="266"/>
            <ac:spMk id="33" creationId="{95F3CBAC-7597-EE41-FC8B-526404458523}"/>
          </ac:spMkLst>
        </pc:spChg>
        <pc:spChg chg="add mod">
          <ac:chgData name="Jian Huang" userId="S::jianhuang@umass.edu::cceb65c6-4fe9-43ae-8ac3-0c77a86496d4" providerId="AD" clId="Web-{98BA0294-7B61-DF0F-3908-D7E12A89BFDD}" dt="2025-11-20T21:35:45.667" v="58" actId="1076"/>
          <ac:spMkLst>
            <pc:docMk/>
            <pc:sldMk cId="2176738189" sldId="266"/>
            <ac:spMk id="36" creationId="{B9EF5EAC-EA9F-5BD0-3FFB-7E66207A5091}"/>
          </ac:spMkLst>
        </pc:spChg>
        <pc:spChg chg="add mod">
          <ac:chgData name="Jian Huang" userId="S::jianhuang@umass.edu::cceb65c6-4fe9-43ae-8ac3-0c77a86496d4" providerId="AD" clId="Web-{98BA0294-7B61-DF0F-3908-D7E12A89BFDD}" dt="2025-11-20T21:33:12.705" v="47"/>
          <ac:spMkLst>
            <pc:docMk/>
            <pc:sldMk cId="2176738189" sldId="266"/>
            <ac:spMk id="37" creationId="{5EF6DD67-F949-2D95-80D7-82C8636D7BD5}"/>
          </ac:spMkLst>
        </pc:spChg>
        <pc:spChg chg="add mod">
          <ac:chgData name="Jian Huang" userId="S::jianhuang@umass.edu::cceb65c6-4fe9-43ae-8ac3-0c77a86496d4" providerId="AD" clId="Web-{98BA0294-7B61-DF0F-3908-D7E12A89BFDD}" dt="2025-11-20T21:42:58.448" v="113" actId="20577"/>
          <ac:spMkLst>
            <pc:docMk/>
            <pc:sldMk cId="2176738189" sldId="266"/>
            <ac:spMk id="39" creationId="{31041B0F-5462-5232-19B6-7F8A6631F800}"/>
          </ac:spMkLst>
        </pc:spChg>
      </pc:sldChg>
      <pc:sldChg chg="addSp modSp addAnim delAnim modAnim">
        <pc:chgData name="Jian Huang" userId="S::jianhuang@umass.edu::cceb65c6-4fe9-43ae-8ac3-0c77a86496d4" providerId="AD" clId="Web-{98BA0294-7B61-DF0F-3908-D7E12A89BFDD}" dt="2025-11-20T21:40:55.271" v="94"/>
        <pc:sldMkLst>
          <pc:docMk/>
          <pc:sldMk cId="455833489" sldId="267"/>
        </pc:sldMkLst>
        <pc:spChg chg="add mod">
          <ac:chgData name="Jian Huang" userId="S::jianhuang@umass.edu::cceb65c6-4fe9-43ae-8ac3-0c77a86496d4" providerId="AD" clId="Web-{98BA0294-7B61-DF0F-3908-D7E12A89BFDD}" dt="2025-11-20T21:37:24.437" v="66" actId="20577"/>
          <ac:spMkLst>
            <pc:docMk/>
            <pc:sldMk cId="455833489" sldId="267"/>
            <ac:spMk id="6" creationId="{1230A298-ED7B-7A7D-5B5C-AD0340B8C877}"/>
          </ac:spMkLst>
        </pc:spChg>
        <pc:spChg chg="mod">
          <ac:chgData name="Jian Huang" userId="S::jianhuang@umass.edu::cceb65c6-4fe9-43ae-8ac3-0c77a86496d4" providerId="AD" clId="Web-{98BA0294-7B61-DF0F-3908-D7E12A89BFDD}" dt="2025-11-20T21:32:11.168" v="38" actId="1076"/>
          <ac:spMkLst>
            <pc:docMk/>
            <pc:sldMk cId="455833489" sldId="267"/>
            <ac:spMk id="18" creationId="{5A4BEA5C-EBF5-13D6-BA9F-F67153DF2295}"/>
          </ac:spMkLst>
        </pc:spChg>
        <pc:graphicFrameChg chg="add mod">
          <ac:chgData name="Jian Huang" userId="S::jianhuang@umass.edu::cceb65c6-4fe9-43ae-8ac3-0c77a86496d4" providerId="AD" clId="Web-{98BA0294-7B61-DF0F-3908-D7E12A89BFDD}" dt="2025-11-20T21:38:17.345" v="74" actId="1076"/>
          <ac:graphicFrameMkLst>
            <pc:docMk/>
            <pc:sldMk cId="455833489" sldId="267"/>
            <ac:graphicFrameMk id="8" creationId="{B4EE6586-CF04-3338-F0F3-2974862ED50E}"/>
          </ac:graphicFrameMkLst>
        </pc:graphicFrameChg>
        <pc:graphicFrameChg chg="add mod">
          <ac:chgData name="Jian Huang" userId="S::jianhuang@umass.edu::cceb65c6-4fe9-43ae-8ac3-0c77a86496d4" providerId="AD" clId="Web-{98BA0294-7B61-DF0F-3908-D7E12A89BFDD}" dt="2025-11-20T21:38:23.032" v="75" actId="1076"/>
          <ac:graphicFrameMkLst>
            <pc:docMk/>
            <pc:sldMk cId="455833489" sldId="267"/>
            <ac:graphicFrameMk id="10" creationId="{9B1AFB3D-6D67-24F6-C4BA-C49E4577F44A}"/>
          </ac:graphicFrameMkLst>
        </pc:graphicFrameChg>
      </pc:sldChg>
      <pc:sldChg chg="addAnim">
        <pc:chgData name="Jian Huang" userId="S::jianhuang@umass.edu::cceb65c6-4fe9-43ae-8ac3-0c77a86496d4" providerId="AD" clId="Web-{98BA0294-7B61-DF0F-3908-D7E12A89BFDD}" dt="2025-11-20T21:37:08.014" v="63"/>
        <pc:sldMkLst>
          <pc:docMk/>
          <pc:sldMk cId="134762124" sldId="268"/>
        </pc:sldMkLst>
      </pc:sldChg>
    </pc:docChg>
  </pc:docChgLst>
  <pc:docChgLst>
    <pc:chgData name="Jian Huang" userId="S::jianhuang@umass.edu::cceb65c6-4fe9-43ae-8ac3-0c77a86496d4" providerId="AD" clId="Web-{B543545D-D7D9-5FAE-C6AE-3411774D590D}"/>
    <pc:docChg chg="modSld">
      <pc:chgData name="Jian Huang" userId="S::jianhuang@umass.edu::cceb65c6-4fe9-43ae-8ac3-0c77a86496d4" providerId="AD" clId="Web-{B543545D-D7D9-5FAE-C6AE-3411774D590D}" dt="2025-11-21T17:21:03.723" v="2" actId="1076"/>
      <pc:docMkLst>
        <pc:docMk/>
      </pc:docMkLst>
      <pc:sldChg chg="addSp modSp">
        <pc:chgData name="Jian Huang" userId="S::jianhuang@umass.edu::cceb65c6-4fe9-43ae-8ac3-0c77a86496d4" providerId="AD" clId="Web-{B543545D-D7D9-5FAE-C6AE-3411774D590D}" dt="2025-11-21T17:21:03.723" v="2" actId="1076"/>
        <pc:sldMkLst>
          <pc:docMk/>
          <pc:sldMk cId="2252077802" sldId="269"/>
        </pc:sldMkLst>
        <pc:picChg chg="add mod">
          <ac:chgData name="Jian Huang" userId="S::jianhuang@umass.edu::cceb65c6-4fe9-43ae-8ac3-0c77a86496d4" providerId="AD" clId="Web-{B543545D-D7D9-5FAE-C6AE-3411774D590D}" dt="2025-11-21T17:21:03.723" v="2" actId="1076"/>
          <ac:picMkLst>
            <pc:docMk/>
            <pc:sldMk cId="2252077802" sldId="269"/>
            <ac:picMk id="3" creationId="{B412F711-B7F1-232D-F6CA-D4BD404A8DD9}"/>
          </ac:picMkLst>
        </pc:picChg>
      </pc:sldChg>
    </pc:docChg>
  </pc:docChgLst>
  <pc:docChgLst>
    <pc:chgData name="Jian Huang" userId="S::jianhuang@umass.edu::cceb65c6-4fe9-43ae-8ac3-0c77a86496d4" providerId="AD" clId="Web-{FF624118-7309-4D26-1F8A-8ACE3AA9817F}"/>
    <pc:docChg chg="addSld delSld modSld">
      <pc:chgData name="Jian Huang" userId="S::jianhuang@umass.edu::cceb65c6-4fe9-43ae-8ac3-0c77a86496d4" providerId="AD" clId="Web-{FF624118-7309-4D26-1F8A-8ACE3AA9817F}" dt="2025-11-20T18:39:04.203" v="1827" actId="20577"/>
      <pc:docMkLst>
        <pc:docMk/>
      </pc:docMkLst>
      <pc:sldChg chg="modSp">
        <pc:chgData name="Jian Huang" userId="S::jianhuang@umass.edu::cceb65c6-4fe9-43ae-8ac3-0c77a86496d4" providerId="AD" clId="Web-{FF624118-7309-4D26-1F8A-8ACE3AA9817F}" dt="2025-11-20T15:34:45.410" v="56" actId="20577"/>
        <pc:sldMkLst>
          <pc:docMk/>
          <pc:sldMk cId="3460358399" sldId="256"/>
        </pc:sldMkLst>
        <pc:spChg chg="mod">
          <ac:chgData name="Jian Huang" userId="S::jianhuang@umass.edu::cceb65c6-4fe9-43ae-8ac3-0c77a86496d4" providerId="AD" clId="Web-{FF624118-7309-4D26-1F8A-8ACE3AA9817F}" dt="2025-11-20T15:34:45.410" v="56" actId="20577"/>
          <ac:spMkLst>
            <pc:docMk/>
            <pc:sldMk cId="3460358399" sldId="256"/>
            <ac:spMk id="2" creationId="{3C4D59B8-067C-AE47-FE7E-4D18082CDD6C}"/>
          </ac:spMkLst>
        </pc:spChg>
        <pc:spChg chg="mod">
          <ac:chgData name="Jian Huang" userId="S::jianhuang@umass.edu::cceb65c6-4fe9-43ae-8ac3-0c77a86496d4" providerId="AD" clId="Web-{FF624118-7309-4D26-1F8A-8ACE3AA9817F}" dt="2025-11-20T15:28:53.203" v="15" actId="20577"/>
          <ac:spMkLst>
            <pc:docMk/>
            <pc:sldMk cId="3460358399" sldId="256"/>
            <ac:spMk id="3" creationId="{050B39A8-5C69-0147-49B5-A0F0A4984D5C}"/>
          </ac:spMkLst>
        </pc:spChg>
      </pc:sldChg>
      <pc:sldChg chg="addSp delSp modSp mod modClrScheme chgLayout">
        <pc:chgData name="Jian Huang" userId="S::jianhuang@umass.edu::cceb65c6-4fe9-43ae-8ac3-0c77a86496d4" providerId="AD" clId="Web-{FF624118-7309-4D26-1F8A-8ACE3AA9817F}" dt="2025-11-20T16:41:56.423" v="842" actId="1076"/>
        <pc:sldMkLst>
          <pc:docMk/>
          <pc:sldMk cId="2583300102" sldId="257"/>
        </pc:sldMkLst>
        <pc:spChg chg="mod ord">
          <ac:chgData name="Jian Huang" userId="S::jianhuang@umass.edu::cceb65c6-4fe9-43ae-8ac3-0c77a86496d4" providerId="AD" clId="Web-{FF624118-7309-4D26-1F8A-8ACE3AA9817F}" dt="2025-11-20T15:31:42.691" v="26"/>
          <ac:spMkLst>
            <pc:docMk/>
            <pc:sldMk cId="2583300102" sldId="257"/>
            <ac:spMk id="2" creationId="{DB7B46BC-F3A9-218D-BC1A-227E6FEA33F8}"/>
          </ac:spMkLst>
        </pc:spChg>
        <pc:spChg chg="add del mod">
          <ac:chgData name="Jian Huang" userId="S::jianhuang@umass.edu::cceb65c6-4fe9-43ae-8ac3-0c77a86496d4" providerId="AD" clId="Web-{FF624118-7309-4D26-1F8A-8ACE3AA9817F}" dt="2025-11-20T15:35:34.176" v="65"/>
          <ac:spMkLst>
            <pc:docMk/>
            <pc:sldMk cId="2583300102" sldId="257"/>
            <ac:spMk id="5" creationId="{E0B6E8B4-CC14-4361-1FDE-8ED7E52FDD1D}"/>
          </ac:spMkLst>
        </pc:spChg>
        <pc:spChg chg="add mod">
          <ac:chgData name="Jian Huang" userId="S::jianhuang@umass.edu::cceb65c6-4fe9-43ae-8ac3-0c77a86496d4" providerId="AD" clId="Web-{FF624118-7309-4D26-1F8A-8ACE3AA9817F}" dt="2025-11-20T16:41:45.485" v="836" actId="1076"/>
          <ac:spMkLst>
            <pc:docMk/>
            <pc:sldMk cId="2583300102" sldId="257"/>
            <ac:spMk id="6" creationId="{279FA904-AB9F-C14D-CD5F-3D77A1E59798}"/>
          </ac:spMkLst>
        </pc:spChg>
        <pc:spChg chg="add mod">
          <ac:chgData name="Jian Huang" userId="S::jianhuang@umass.edu::cceb65c6-4fe9-43ae-8ac3-0c77a86496d4" providerId="AD" clId="Web-{FF624118-7309-4D26-1F8A-8ACE3AA9817F}" dt="2025-11-20T16:41:52.735" v="839" actId="1076"/>
          <ac:spMkLst>
            <pc:docMk/>
            <pc:sldMk cId="2583300102" sldId="257"/>
            <ac:spMk id="7" creationId="{419064BE-17B0-23E3-21CF-E3CA84592AC7}"/>
          </ac:spMkLst>
        </pc:spChg>
        <pc:spChg chg="add mod">
          <ac:chgData name="Jian Huang" userId="S::jianhuang@umass.edu::cceb65c6-4fe9-43ae-8ac3-0c77a86496d4" providerId="AD" clId="Web-{FF624118-7309-4D26-1F8A-8ACE3AA9817F}" dt="2025-11-20T16:41:52.751" v="840" actId="1076"/>
          <ac:spMkLst>
            <pc:docMk/>
            <pc:sldMk cId="2583300102" sldId="257"/>
            <ac:spMk id="8" creationId="{2F2AF1AD-6754-5C4B-2AB9-E618505CC2C2}"/>
          </ac:spMkLst>
        </pc:spChg>
        <pc:spChg chg="add mod">
          <ac:chgData name="Jian Huang" userId="S::jianhuang@umass.edu::cceb65c6-4fe9-43ae-8ac3-0c77a86496d4" providerId="AD" clId="Web-{FF624118-7309-4D26-1F8A-8ACE3AA9817F}" dt="2025-11-20T16:41:56.423" v="841" actId="1076"/>
          <ac:spMkLst>
            <pc:docMk/>
            <pc:sldMk cId="2583300102" sldId="257"/>
            <ac:spMk id="9" creationId="{13A9C4DB-B068-572E-70CE-319ECA70AAA9}"/>
          </ac:spMkLst>
        </pc:spChg>
        <pc:spChg chg="add mod">
          <ac:chgData name="Jian Huang" userId="S::jianhuang@umass.edu::cceb65c6-4fe9-43ae-8ac3-0c77a86496d4" providerId="AD" clId="Web-{FF624118-7309-4D26-1F8A-8ACE3AA9817F}" dt="2025-11-20T16:41:56.423" v="842" actId="1076"/>
          <ac:spMkLst>
            <pc:docMk/>
            <pc:sldMk cId="2583300102" sldId="257"/>
            <ac:spMk id="11" creationId="{2683C432-C8C2-99E6-459C-2E22E3C83C74}"/>
          </ac:spMkLst>
        </pc:spChg>
        <pc:picChg chg="add mod ord">
          <ac:chgData name="Jian Huang" userId="S::jianhuang@umass.edu::cceb65c6-4fe9-43ae-8ac3-0c77a86496d4" providerId="AD" clId="Web-{FF624118-7309-4D26-1F8A-8ACE3AA9817F}" dt="2025-11-20T16:41:52.735" v="838" actId="1076"/>
          <ac:picMkLst>
            <pc:docMk/>
            <pc:sldMk cId="2583300102" sldId="257"/>
            <ac:picMk id="3" creationId="{A2EC5E30-4606-AEC2-8CF5-36C2D974E60B}"/>
          </ac:picMkLst>
        </pc:picChg>
        <pc:picChg chg="add mod">
          <ac:chgData name="Jian Huang" userId="S::jianhuang@umass.edu::cceb65c6-4fe9-43ae-8ac3-0c77a86496d4" providerId="AD" clId="Web-{FF624118-7309-4D26-1F8A-8ACE3AA9817F}" dt="2025-11-20T16:41:52.720" v="837" actId="1076"/>
          <ac:picMkLst>
            <pc:docMk/>
            <pc:sldMk cId="2583300102" sldId="257"/>
            <ac:picMk id="4" creationId="{F40E3FFF-7E6B-8CAC-5E7E-275D72327E1B}"/>
          </ac:picMkLst>
        </pc:picChg>
      </pc:sldChg>
      <pc:sldChg chg="addSp delSp modSp del">
        <pc:chgData name="Jian Huang" userId="S::jianhuang@umass.edu::cceb65c6-4fe9-43ae-8ac3-0c77a86496d4" providerId="AD" clId="Web-{FF624118-7309-4D26-1F8A-8ACE3AA9817F}" dt="2025-11-20T15:42:05.474" v="183"/>
        <pc:sldMkLst>
          <pc:docMk/>
          <pc:sldMk cId="4028849659" sldId="258"/>
        </pc:sldMkLst>
        <pc:spChg chg="mod">
          <ac:chgData name="Jian Huang" userId="S::jianhuang@umass.edu::cceb65c6-4fe9-43ae-8ac3-0c77a86496d4" providerId="AD" clId="Web-{FF624118-7309-4D26-1F8A-8ACE3AA9817F}" dt="2025-11-20T15:39:35.083" v="146" actId="20577"/>
          <ac:spMkLst>
            <pc:docMk/>
            <pc:sldMk cId="4028849659" sldId="258"/>
            <ac:spMk id="2" creationId="{04DF721D-F7B6-D6A3-9A11-FA8EF55A540A}"/>
          </ac:spMkLst>
        </pc:spChg>
        <pc:picChg chg="add del mod">
          <ac:chgData name="Jian Huang" userId="S::jianhuang@umass.edu::cceb65c6-4fe9-43ae-8ac3-0c77a86496d4" providerId="AD" clId="Web-{FF624118-7309-4D26-1F8A-8ACE3AA9817F}" dt="2025-11-20T15:41:43.755" v="179"/>
          <ac:picMkLst>
            <pc:docMk/>
            <pc:sldMk cId="4028849659" sldId="258"/>
            <ac:picMk id="3" creationId="{3C829760-8544-FE84-ABC5-3C547C18D22F}"/>
          </ac:picMkLst>
        </pc:picChg>
      </pc:sldChg>
      <pc:sldChg chg="addSp delSp modSp addAnim modAnim">
        <pc:chgData name="Jian Huang" userId="S::jianhuang@umass.edu::cceb65c6-4fe9-43ae-8ac3-0c77a86496d4" providerId="AD" clId="Web-{FF624118-7309-4D26-1F8A-8ACE3AA9817F}" dt="2025-11-20T16:19:04.107" v="647" actId="1076"/>
        <pc:sldMkLst>
          <pc:docMk/>
          <pc:sldMk cId="43768601" sldId="261"/>
        </pc:sldMkLst>
        <pc:spChg chg="mod">
          <ac:chgData name="Jian Huang" userId="S::jianhuang@umass.edu::cceb65c6-4fe9-43ae-8ac3-0c77a86496d4" providerId="AD" clId="Web-{FF624118-7309-4D26-1F8A-8ACE3AA9817F}" dt="2025-11-20T15:56:27.315" v="536" actId="20577"/>
          <ac:spMkLst>
            <pc:docMk/>
            <pc:sldMk cId="43768601" sldId="261"/>
            <ac:spMk id="2" creationId="{17597FC6-8E36-AD86-B49E-EBE3530E1500}"/>
          </ac:spMkLst>
        </pc:spChg>
        <pc:spChg chg="add mod">
          <ac:chgData name="Jian Huang" userId="S::jianhuang@umass.edu::cceb65c6-4fe9-43ae-8ac3-0c77a86496d4" providerId="AD" clId="Web-{FF624118-7309-4D26-1F8A-8ACE3AA9817F}" dt="2025-11-20T16:19:04.107" v="647" actId="1076"/>
          <ac:spMkLst>
            <pc:docMk/>
            <pc:sldMk cId="43768601" sldId="261"/>
            <ac:spMk id="4" creationId="{1A5EE757-0BE0-1F92-C0A5-F0BEFEAF9A1B}"/>
          </ac:spMkLst>
        </pc:spChg>
        <pc:spChg chg="add del mod">
          <ac:chgData name="Jian Huang" userId="S::jianhuang@umass.edu::cceb65c6-4fe9-43ae-8ac3-0c77a86496d4" providerId="AD" clId="Web-{FF624118-7309-4D26-1F8A-8ACE3AA9817F}" dt="2025-11-20T16:09:50.070" v="548"/>
          <ac:spMkLst>
            <pc:docMk/>
            <pc:sldMk cId="43768601" sldId="261"/>
            <ac:spMk id="5" creationId="{A720A7EA-219B-6FD2-6923-F2AA81CB9EA7}"/>
          </ac:spMkLst>
        </pc:spChg>
        <pc:spChg chg="add del">
          <ac:chgData name="Jian Huang" userId="S::jianhuang@umass.edu::cceb65c6-4fe9-43ae-8ac3-0c77a86496d4" providerId="AD" clId="Web-{FF624118-7309-4D26-1F8A-8ACE3AA9817F}" dt="2025-11-20T16:09:20.648" v="543"/>
          <ac:spMkLst>
            <pc:docMk/>
            <pc:sldMk cId="43768601" sldId="261"/>
            <ac:spMk id="7" creationId="{B7FDB3D8-CC4A-5C55-2730-792B6B2889A8}"/>
          </ac:spMkLst>
        </pc:spChg>
        <pc:spChg chg="add mod">
          <ac:chgData name="Jian Huang" userId="S::jianhuang@umass.edu::cceb65c6-4fe9-43ae-8ac3-0c77a86496d4" providerId="AD" clId="Web-{FF624118-7309-4D26-1F8A-8ACE3AA9817F}" dt="2025-11-20T16:19:00.857" v="646" actId="1076"/>
          <ac:spMkLst>
            <pc:docMk/>
            <pc:sldMk cId="43768601" sldId="261"/>
            <ac:spMk id="8" creationId="{FF3DE339-8112-2C9B-9207-0940F3388CB3}"/>
          </ac:spMkLst>
        </pc:spChg>
        <pc:spChg chg="add mod">
          <ac:chgData name="Jian Huang" userId="S::jianhuang@umass.edu::cceb65c6-4fe9-43ae-8ac3-0c77a86496d4" providerId="AD" clId="Web-{FF624118-7309-4D26-1F8A-8ACE3AA9817F}" dt="2025-11-20T16:13:12.758" v="554"/>
          <ac:spMkLst>
            <pc:docMk/>
            <pc:sldMk cId="43768601" sldId="261"/>
            <ac:spMk id="9" creationId="{F8319005-AF10-FAAA-EBCF-67A315BF6BB2}"/>
          </ac:spMkLst>
        </pc:spChg>
        <pc:spChg chg="add mod">
          <ac:chgData name="Jian Huang" userId="S::jianhuang@umass.edu::cceb65c6-4fe9-43ae-8ac3-0c77a86496d4" providerId="AD" clId="Web-{FF624118-7309-4D26-1F8A-8ACE3AA9817F}" dt="2025-11-20T16:17:15.340" v="630" actId="1076"/>
          <ac:spMkLst>
            <pc:docMk/>
            <pc:sldMk cId="43768601" sldId="261"/>
            <ac:spMk id="11" creationId="{3F4EE73D-3510-174E-5AD8-301D17510AAD}"/>
          </ac:spMkLst>
        </pc:spChg>
        <pc:spChg chg="add mod">
          <ac:chgData name="Jian Huang" userId="S::jianhuang@umass.edu::cceb65c6-4fe9-43ae-8ac3-0c77a86496d4" providerId="AD" clId="Web-{FF624118-7309-4D26-1F8A-8ACE3AA9817F}" dt="2025-11-20T16:17:09.809" v="629" actId="1076"/>
          <ac:spMkLst>
            <pc:docMk/>
            <pc:sldMk cId="43768601" sldId="261"/>
            <ac:spMk id="14" creationId="{06BD731E-E782-5D7A-5722-4DD634AB2264}"/>
          </ac:spMkLst>
        </pc:spChg>
        <pc:spChg chg="add mod">
          <ac:chgData name="Jian Huang" userId="S::jianhuang@umass.edu::cceb65c6-4fe9-43ae-8ac3-0c77a86496d4" providerId="AD" clId="Web-{FF624118-7309-4D26-1F8A-8ACE3AA9817F}" dt="2025-11-20T16:17:34.231" v="636" actId="1076"/>
          <ac:spMkLst>
            <pc:docMk/>
            <pc:sldMk cId="43768601" sldId="261"/>
            <ac:spMk id="15" creationId="{688493F6-E7FC-EE6A-CB56-209921EB34B0}"/>
          </ac:spMkLst>
        </pc:spChg>
        <pc:spChg chg="add mod">
          <ac:chgData name="Jian Huang" userId="S::jianhuang@umass.edu::cceb65c6-4fe9-43ae-8ac3-0c77a86496d4" providerId="AD" clId="Web-{FF624118-7309-4D26-1F8A-8ACE3AA9817F}" dt="2025-11-20T16:16:40.090" v="622"/>
          <ac:spMkLst>
            <pc:docMk/>
            <pc:sldMk cId="43768601" sldId="261"/>
            <ac:spMk id="16" creationId="{9C2022A8-F2A7-0F53-8DD0-D4FC661DA6CA}"/>
          </ac:spMkLst>
        </pc:spChg>
        <pc:spChg chg="add mod">
          <ac:chgData name="Jian Huang" userId="S::jianhuang@umass.edu::cceb65c6-4fe9-43ae-8ac3-0c77a86496d4" providerId="AD" clId="Web-{FF624118-7309-4D26-1F8A-8ACE3AA9817F}" dt="2025-11-20T16:16:59.075" v="627" actId="14100"/>
          <ac:spMkLst>
            <pc:docMk/>
            <pc:sldMk cId="43768601" sldId="261"/>
            <ac:spMk id="17" creationId="{1E81DACC-3BF0-5976-838A-DBDC1429C0A5}"/>
          </ac:spMkLst>
        </pc:spChg>
        <pc:spChg chg="add mod">
          <ac:chgData name="Jian Huang" userId="S::jianhuang@umass.edu::cceb65c6-4fe9-43ae-8ac3-0c77a86496d4" providerId="AD" clId="Web-{FF624118-7309-4D26-1F8A-8ACE3AA9817F}" dt="2025-11-20T16:17:30.981" v="635" actId="14100"/>
          <ac:spMkLst>
            <pc:docMk/>
            <pc:sldMk cId="43768601" sldId="261"/>
            <ac:spMk id="18" creationId="{DD378391-C41B-ACD8-08C1-5303D7CD4E25}"/>
          </ac:spMkLst>
        </pc:spChg>
        <pc:grpChg chg="add mod">
          <ac:chgData name="Jian Huang" userId="S::jianhuang@umass.edu::cceb65c6-4fe9-43ae-8ac3-0c77a86496d4" providerId="AD" clId="Web-{FF624118-7309-4D26-1F8A-8ACE3AA9817F}" dt="2025-11-20T16:18:52.419" v="642" actId="1076"/>
          <ac:grpSpMkLst>
            <pc:docMk/>
            <pc:sldMk cId="43768601" sldId="261"/>
            <ac:grpSpMk id="19" creationId="{D4F4A42C-1055-6CBE-5D3F-D0CBAF0F4821}"/>
          </ac:grpSpMkLst>
        </pc:grpChg>
        <pc:picChg chg="add del mod">
          <ac:chgData name="Jian Huang" userId="S::jianhuang@umass.edu::cceb65c6-4fe9-43ae-8ac3-0c77a86496d4" providerId="AD" clId="Web-{FF624118-7309-4D26-1F8A-8ACE3AA9817F}" dt="2025-11-20T15:47:30.132" v="279"/>
          <ac:picMkLst>
            <pc:docMk/>
            <pc:sldMk cId="43768601" sldId="261"/>
            <ac:picMk id="3" creationId="{B999F64A-965B-0DA0-DAC7-AB8B1FF22EB6}"/>
          </ac:picMkLst>
        </pc:picChg>
        <pc:picChg chg="add mod">
          <ac:chgData name="Jian Huang" userId="S::jianhuang@umass.edu::cceb65c6-4fe9-43ae-8ac3-0c77a86496d4" providerId="AD" clId="Web-{FF624118-7309-4D26-1F8A-8ACE3AA9817F}" dt="2025-11-20T16:19:00.841" v="645" actId="1076"/>
          <ac:picMkLst>
            <pc:docMk/>
            <pc:sldMk cId="43768601" sldId="261"/>
            <ac:picMk id="6" creationId="{40CEEAE5-8B48-4257-9BF7-1D98918BA2EC}"/>
          </ac:picMkLst>
        </pc:picChg>
        <pc:picChg chg="add mod">
          <ac:chgData name="Jian Huang" userId="S::jianhuang@umass.edu::cceb65c6-4fe9-43ae-8ac3-0c77a86496d4" providerId="AD" clId="Web-{FF624118-7309-4D26-1F8A-8ACE3AA9817F}" dt="2025-11-20T16:14:34.697" v="584" actId="1076"/>
          <ac:picMkLst>
            <pc:docMk/>
            <pc:sldMk cId="43768601" sldId="261"/>
            <ac:picMk id="10" creationId="{4C118654-0113-B31C-2FB6-7C95A62584ED}"/>
          </ac:picMkLst>
        </pc:picChg>
        <pc:picChg chg="add del mod">
          <ac:chgData name="Jian Huang" userId="S::jianhuang@umass.edu::cceb65c6-4fe9-43ae-8ac3-0c77a86496d4" providerId="AD" clId="Web-{FF624118-7309-4D26-1F8A-8ACE3AA9817F}" dt="2025-11-20T16:14:07.837" v="570"/>
          <ac:picMkLst>
            <pc:docMk/>
            <pc:sldMk cId="43768601" sldId="261"/>
            <ac:picMk id="12" creationId="{3090CE38-E642-62F5-D8E2-063CBA1268ED}"/>
          </ac:picMkLst>
        </pc:picChg>
        <pc:picChg chg="add del mod">
          <ac:chgData name="Jian Huang" userId="S::jianhuang@umass.edu::cceb65c6-4fe9-43ae-8ac3-0c77a86496d4" providerId="AD" clId="Web-{FF624118-7309-4D26-1F8A-8ACE3AA9817F}" dt="2025-11-20T16:14:14.556" v="572"/>
          <ac:picMkLst>
            <pc:docMk/>
            <pc:sldMk cId="43768601" sldId="261"/>
            <ac:picMk id="13" creationId="{4E9FD6D5-5396-D8D5-7116-51550A64B5F7}"/>
          </ac:picMkLst>
        </pc:picChg>
      </pc:sldChg>
      <pc:sldChg chg="addSp delSp modSp addAnim delAnim modAnim">
        <pc:chgData name="Jian Huang" userId="S::jianhuang@umass.edu::cceb65c6-4fe9-43ae-8ac3-0c77a86496d4" providerId="AD" clId="Web-{FF624118-7309-4D26-1F8A-8ACE3AA9817F}" dt="2025-11-20T18:15:17.946" v="1651" actId="1076"/>
        <pc:sldMkLst>
          <pc:docMk/>
          <pc:sldMk cId="2190353499" sldId="262"/>
        </pc:sldMkLst>
        <pc:spChg chg="del">
          <ac:chgData name="Jian Huang" userId="S::jianhuang@umass.edu::cceb65c6-4fe9-43ae-8ac3-0c77a86496d4" providerId="AD" clId="Web-{FF624118-7309-4D26-1F8A-8ACE3AA9817F}" dt="2025-11-20T15:47:31.961" v="280"/>
          <ac:spMkLst>
            <pc:docMk/>
            <pc:sldMk cId="2190353499" sldId="262"/>
            <ac:spMk id="2" creationId="{989078BB-A037-BD52-0EFC-3100BC24E2B3}"/>
          </ac:spMkLst>
        </pc:spChg>
        <pc:spChg chg="mod">
          <ac:chgData name="Jian Huang" userId="S::jianhuang@umass.edu::cceb65c6-4fe9-43ae-8ac3-0c77a86496d4" providerId="AD" clId="Web-{FF624118-7309-4D26-1F8A-8ACE3AA9817F}" dt="2025-11-20T15:51:15.586" v="295" actId="20577"/>
          <ac:spMkLst>
            <pc:docMk/>
            <pc:sldMk cId="2190353499" sldId="262"/>
            <ac:spMk id="3" creationId="{EBAC3B0F-585A-322B-225A-8376474B8D0E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18:55.494" v="908"/>
          <ac:spMkLst>
            <pc:docMk/>
            <pc:sldMk cId="2190353499" sldId="262"/>
            <ac:spMk id="5" creationId="{E1FE95D3-905C-B66B-1050-994B3D58F54C}"/>
          </ac:spMkLst>
        </pc:spChg>
        <pc:spChg chg="add mod">
          <ac:chgData name="Jian Huang" userId="S::jianhuang@umass.edu::cceb65c6-4fe9-43ae-8ac3-0c77a86496d4" providerId="AD" clId="Web-{FF624118-7309-4D26-1F8A-8ACE3AA9817F}" dt="2025-11-20T17:36:06.687" v="1082" actId="20577"/>
          <ac:spMkLst>
            <pc:docMk/>
            <pc:sldMk cId="2190353499" sldId="262"/>
            <ac:spMk id="7" creationId="{5B15B1F7-ABA7-DF40-612A-B1C1A48FFA9F}"/>
          </ac:spMkLst>
        </pc:spChg>
        <pc:spChg chg="add mod">
          <ac:chgData name="Jian Huang" userId="S::jianhuang@umass.edu::cceb65c6-4fe9-43ae-8ac3-0c77a86496d4" providerId="AD" clId="Web-{FF624118-7309-4D26-1F8A-8ACE3AA9817F}" dt="2025-11-20T17:36:32.845" v="1097" actId="1076"/>
          <ac:spMkLst>
            <pc:docMk/>
            <pc:sldMk cId="2190353499" sldId="262"/>
            <ac:spMk id="9" creationId="{0C935CC6-BD4C-0C58-AE87-442C3DFBD012}"/>
          </ac:spMkLst>
        </pc:spChg>
        <pc:spChg chg="add mod">
          <ac:chgData name="Jian Huang" userId="S::jianhuang@umass.edu::cceb65c6-4fe9-43ae-8ac3-0c77a86496d4" providerId="AD" clId="Web-{FF624118-7309-4D26-1F8A-8ACE3AA9817F}" dt="2025-11-20T18:12:27.442" v="1633"/>
          <ac:spMkLst>
            <pc:docMk/>
            <pc:sldMk cId="2190353499" sldId="262"/>
            <ac:spMk id="10" creationId="{ECD9FE41-58E9-3289-7DD8-080BE9933546}"/>
          </ac:spMkLst>
        </pc:spChg>
        <pc:spChg chg="add">
          <ac:chgData name="Jian Huang" userId="S::jianhuang@umass.edu::cceb65c6-4fe9-43ae-8ac3-0c77a86496d4" providerId="AD" clId="Web-{FF624118-7309-4D26-1F8A-8ACE3AA9817F}" dt="2025-11-20T18:13:24.288" v="1638"/>
          <ac:spMkLst>
            <pc:docMk/>
            <pc:sldMk cId="2190353499" sldId="262"/>
            <ac:spMk id="14" creationId="{DA4B5E6A-6988-39B8-110D-EB6089B52F22}"/>
          </ac:spMkLst>
        </pc:spChg>
        <pc:spChg chg="mod">
          <ac:chgData name="Jian Huang" userId="S::jianhuang@umass.edu::cceb65c6-4fe9-43ae-8ac3-0c77a86496d4" providerId="AD" clId="Web-{FF624118-7309-4D26-1F8A-8ACE3AA9817F}" dt="2025-11-20T17:19:38.341" v="921" actId="14100"/>
          <ac:spMkLst>
            <pc:docMk/>
            <pc:sldMk cId="2190353499" sldId="262"/>
            <ac:spMk id="16" creationId="{1BD0E8C0-19EB-C36A-D56D-1D3401BED543}"/>
          </ac:spMkLst>
        </pc:spChg>
        <pc:spChg chg="mod">
          <ac:chgData name="Jian Huang" userId="S::jianhuang@umass.edu::cceb65c6-4fe9-43ae-8ac3-0c77a86496d4" providerId="AD" clId="Web-{FF624118-7309-4D26-1F8A-8ACE3AA9817F}" dt="2025-11-20T17:19:40.388" v="922" actId="14100"/>
          <ac:spMkLst>
            <pc:docMk/>
            <pc:sldMk cId="2190353499" sldId="262"/>
            <ac:spMk id="17" creationId="{B2B8156C-8636-EF51-DA2A-A2FC8DB1C235}"/>
          </ac:spMkLst>
        </pc:spChg>
        <pc:spChg chg="mod">
          <ac:chgData name="Jian Huang" userId="S::jianhuang@umass.edu::cceb65c6-4fe9-43ae-8ac3-0c77a86496d4" providerId="AD" clId="Web-{FF624118-7309-4D26-1F8A-8ACE3AA9817F}" dt="2025-11-20T17:19:34.231" v="920"/>
          <ac:spMkLst>
            <pc:docMk/>
            <pc:sldMk cId="2190353499" sldId="262"/>
            <ac:spMk id="18" creationId="{F83605B0-6FB6-5BDE-9AE2-F1691DE085ED}"/>
          </ac:spMkLst>
        </pc:spChg>
        <pc:spChg chg="add mod">
          <ac:chgData name="Jian Huang" userId="S::jianhuang@umass.edu::cceb65c6-4fe9-43ae-8ac3-0c77a86496d4" providerId="AD" clId="Web-{FF624118-7309-4D26-1F8A-8ACE3AA9817F}" dt="2025-11-20T17:20:25.985" v="939" actId="1076"/>
          <ac:spMkLst>
            <pc:docMk/>
            <pc:sldMk cId="2190353499" sldId="262"/>
            <ac:spMk id="23" creationId="{6D11ABB6-5B9D-63EA-1825-BA9FA2129A97}"/>
          </ac:spMkLst>
        </pc:spChg>
        <pc:spChg chg="add mod">
          <ac:chgData name="Jian Huang" userId="S::jianhuang@umass.edu::cceb65c6-4fe9-43ae-8ac3-0c77a86496d4" providerId="AD" clId="Web-{FF624118-7309-4D26-1F8A-8ACE3AA9817F}" dt="2025-11-20T17:20:22.516" v="938" actId="1076"/>
          <ac:spMkLst>
            <pc:docMk/>
            <pc:sldMk cId="2190353499" sldId="262"/>
            <ac:spMk id="26" creationId="{6CBE8F37-20F0-01EB-661C-58CFA10F631F}"/>
          </ac:spMkLst>
        </pc:spChg>
        <pc:spChg chg="add mod">
          <ac:chgData name="Jian Huang" userId="S::jianhuang@umass.edu::cceb65c6-4fe9-43ae-8ac3-0c77a86496d4" providerId="AD" clId="Web-{FF624118-7309-4D26-1F8A-8ACE3AA9817F}" dt="2025-11-20T17:22:16.397" v="984" actId="1076"/>
          <ac:spMkLst>
            <pc:docMk/>
            <pc:sldMk cId="2190353499" sldId="262"/>
            <ac:spMk id="27" creationId="{83DA456C-25C1-4F99-8C24-D3CD4228A41C}"/>
          </ac:spMkLst>
        </pc:spChg>
        <pc:spChg chg="add">
          <ac:chgData name="Jian Huang" userId="S::jianhuang@umass.edu::cceb65c6-4fe9-43ae-8ac3-0c77a86496d4" providerId="AD" clId="Web-{FF624118-7309-4D26-1F8A-8ACE3AA9817F}" dt="2025-11-20T18:13:24.319" v="1639"/>
          <ac:spMkLst>
            <pc:docMk/>
            <pc:sldMk cId="2190353499" sldId="262"/>
            <ac:spMk id="29" creationId="{B6FDAA2E-D86A-1B20-63FD-A5A53E48053A}"/>
          </ac:spMkLst>
        </pc:spChg>
        <pc:grpChg chg="add del">
          <ac:chgData name="Jian Huang" userId="S::jianhuang@umass.edu::cceb65c6-4fe9-43ae-8ac3-0c77a86496d4" providerId="AD" clId="Web-{FF624118-7309-4D26-1F8A-8ACE3AA9817F}" dt="2025-11-20T16:19:37.747" v="649"/>
          <ac:grpSpMkLst>
            <pc:docMk/>
            <pc:sldMk cId="2190353499" sldId="262"/>
            <ac:grpSpMk id="13" creationId="{1D9C2CC4-8481-0F46-3E02-CCC6543CF40A}"/>
          </ac:grpSpMkLst>
        </pc:grpChg>
        <pc:grpChg chg="add mod">
          <ac:chgData name="Jian Huang" userId="S::jianhuang@umass.edu::cceb65c6-4fe9-43ae-8ac3-0c77a86496d4" providerId="AD" clId="Web-{FF624118-7309-4D26-1F8A-8ACE3AA9817F}" dt="2025-11-20T17:19:45.388" v="923" actId="1076"/>
          <ac:grpSpMkLst>
            <pc:docMk/>
            <pc:sldMk cId="2190353499" sldId="262"/>
            <ac:grpSpMk id="22" creationId="{31F0B86B-4939-02F6-7E7C-A334B668F201}"/>
          </ac:grpSpMkLst>
        </pc:grpChg>
        <pc:grpChg chg="add mod">
          <ac:chgData name="Jian Huang" userId="S::jianhuang@umass.edu::cceb65c6-4fe9-43ae-8ac3-0c77a86496d4" providerId="AD" clId="Web-{FF624118-7309-4D26-1F8A-8ACE3AA9817F}" dt="2025-11-20T18:15:17.946" v="1651" actId="1076"/>
          <ac:grpSpMkLst>
            <pc:docMk/>
            <pc:sldMk cId="2190353499" sldId="262"/>
            <ac:grpSpMk id="30" creationId="{3CAF97A3-3E04-92FA-EC97-88EDA1F1DA6A}"/>
          </ac:grpSpMkLst>
        </pc:grpChg>
        <pc:picChg chg="add del mod ord">
          <ac:chgData name="Jian Huang" userId="S::jianhuang@umass.edu::cceb65c6-4fe9-43ae-8ac3-0c77a86496d4" providerId="AD" clId="Web-{FF624118-7309-4D26-1F8A-8ACE3AA9817F}" dt="2025-11-20T17:18:39.962" v="907"/>
          <ac:picMkLst>
            <pc:docMk/>
            <pc:sldMk cId="2190353499" sldId="262"/>
            <ac:picMk id="4" creationId="{DE27A53E-1B3D-C18E-2666-AFF7DCB759CF}"/>
          </ac:picMkLst>
        </pc:picChg>
        <pc:picChg chg="add mod ord">
          <ac:chgData name="Jian Huang" userId="S::jianhuang@umass.edu::cceb65c6-4fe9-43ae-8ac3-0c77a86496d4" providerId="AD" clId="Web-{FF624118-7309-4D26-1F8A-8ACE3AA9817F}" dt="2025-11-20T17:22:01.661" v="981" actId="1076"/>
          <ac:picMkLst>
            <pc:docMk/>
            <pc:sldMk cId="2190353499" sldId="262"/>
            <ac:picMk id="6" creationId="{C721819A-8CA0-1750-108D-074C2AA77D3E}"/>
          </ac:picMkLst>
        </pc:picChg>
        <pc:picChg chg="add">
          <ac:chgData name="Jian Huang" userId="S::jianhuang@umass.edu::cceb65c6-4fe9-43ae-8ac3-0c77a86496d4" providerId="AD" clId="Web-{FF624118-7309-4D26-1F8A-8ACE3AA9817F}" dt="2025-11-20T18:13:24.241" v="1637"/>
          <ac:picMkLst>
            <pc:docMk/>
            <pc:sldMk cId="2190353499" sldId="262"/>
            <ac:picMk id="12" creationId="{7C522E7F-C0C9-71CF-437E-59828550C5DB}"/>
          </ac:picMkLst>
        </pc:picChg>
        <pc:picChg chg="add mod">
          <ac:chgData name="Jian Huang" userId="S::jianhuang@umass.edu::cceb65c6-4fe9-43ae-8ac3-0c77a86496d4" providerId="AD" clId="Web-{FF624118-7309-4D26-1F8A-8ACE3AA9817F}" dt="2025-11-20T17:20:15.656" v="936" actId="1076"/>
          <ac:picMkLst>
            <pc:docMk/>
            <pc:sldMk cId="2190353499" sldId="262"/>
            <ac:picMk id="24" creationId="{5939280E-D9D0-C63A-8361-0B3D943C63FA}"/>
          </ac:picMkLst>
        </pc:picChg>
        <pc:picChg chg="add mod">
          <ac:chgData name="Jian Huang" userId="S::jianhuang@umass.edu::cceb65c6-4fe9-43ae-8ac3-0c77a86496d4" providerId="AD" clId="Web-{FF624118-7309-4D26-1F8A-8ACE3AA9817F}" dt="2025-11-20T17:20:22.500" v="937" actId="1076"/>
          <ac:picMkLst>
            <pc:docMk/>
            <pc:sldMk cId="2190353499" sldId="262"/>
            <ac:picMk id="25" creationId="{B666E503-3B28-688B-EEBE-6DDB3FBFC5D1}"/>
          </ac:picMkLst>
        </pc:picChg>
        <pc:picChg chg="add del mod">
          <ac:chgData name="Jian Huang" userId="S::jianhuang@umass.edu::cceb65c6-4fe9-43ae-8ac3-0c77a86496d4" providerId="AD" clId="Web-{FF624118-7309-4D26-1F8A-8ACE3AA9817F}" dt="2025-11-20T16:45:52.034" v="906"/>
          <ac:picMkLst>
            <pc:docMk/>
            <pc:sldMk cId="2190353499" sldId="262"/>
            <ac:picMk id="28" creationId="{86E0531A-64D9-E05B-FFF3-49BADAE76580}"/>
          </ac:picMkLst>
        </pc:picChg>
      </pc:sldChg>
      <pc:sldChg chg="modSp add replId">
        <pc:chgData name="Jian Huang" userId="S::jianhuang@umass.edu::cceb65c6-4fe9-43ae-8ac3-0c77a86496d4" providerId="AD" clId="Web-{FF624118-7309-4D26-1F8A-8ACE3AA9817F}" dt="2025-11-20T18:36:56.451" v="1805" actId="20577"/>
        <pc:sldMkLst>
          <pc:docMk/>
          <pc:sldMk cId="3567268480" sldId="263"/>
        </pc:sldMkLst>
        <pc:spChg chg="mod">
          <ac:chgData name="Jian Huang" userId="S::jianhuang@umass.edu::cceb65c6-4fe9-43ae-8ac3-0c77a86496d4" providerId="AD" clId="Web-{FF624118-7309-4D26-1F8A-8ACE3AA9817F}" dt="2025-11-20T18:36:56.451" v="1805" actId="20577"/>
          <ac:spMkLst>
            <pc:docMk/>
            <pc:sldMk cId="3567268480" sldId="263"/>
            <ac:spMk id="3" creationId="{E8A66DF7-52CE-4ABF-701B-B0D740B590B8}"/>
          </ac:spMkLst>
        </pc:spChg>
      </pc:sldChg>
      <pc:sldChg chg="addSp delSp modSp add replId modTransition addAnim">
        <pc:chgData name="Jian Huang" userId="S::jianhuang@umass.edu::cceb65c6-4fe9-43ae-8ac3-0c77a86496d4" providerId="AD" clId="Web-{FF624118-7309-4D26-1F8A-8ACE3AA9817F}" dt="2025-11-20T18:16:14.650" v="1657"/>
        <pc:sldMkLst>
          <pc:docMk/>
          <pc:sldMk cId="1791234554" sldId="264"/>
        </pc:sldMkLst>
        <pc:spChg chg="del">
          <ac:chgData name="Jian Huang" userId="S::jianhuang@umass.edu::cceb65c6-4fe9-43ae-8ac3-0c77a86496d4" providerId="AD" clId="Web-{FF624118-7309-4D26-1F8A-8ACE3AA9817F}" dt="2025-11-20T17:22:43.913" v="985"/>
          <ac:spMkLst>
            <pc:docMk/>
            <pc:sldMk cId="1791234554" sldId="264"/>
            <ac:spMk id="2" creationId="{0D4EBA60-7621-4411-DA43-9B316BCEEC99}"/>
          </ac:spMkLst>
        </pc:spChg>
        <pc:spChg chg="mod">
          <ac:chgData name="Jian Huang" userId="S::jianhuang@umass.edu::cceb65c6-4fe9-43ae-8ac3-0c77a86496d4" providerId="AD" clId="Web-{FF624118-7309-4D26-1F8A-8ACE3AA9817F}" dt="2025-11-20T17:37:27.175" v="1110" actId="1076"/>
          <ac:spMkLst>
            <pc:docMk/>
            <pc:sldMk cId="1791234554" sldId="264"/>
            <ac:spMk id="3" creationId="{28153D1C-FFC3-D90D-24DA-668A80A3A8D9}"/>
          </ac:spMkLst>
        </pc:spChg>
        <pc:spChg chg="add mod">
          <ac:chgData name="Jian Huang" userId="S::jianhuang@umass.edu::cceb65c6-4fe9-43ae-8ac3-0c77a86496d4" providerId="AD" clId="Web-{FF624118-7309-4D26-1F8A-8ACE3AA9817F}" dt="2025-11-20T17:22:49.117" v="990" actId="1076"/>
          <ac:spMkLst>
            <pc:docMk/>
            <pc:sldMk cId="1791234554" sldId="264"/>
            <ac:spMk id="7" creationId="{27F69534-0E0F-130E-61E8-2A069388F99C}"/>
          </ac:spMkLst>
        </pc:spChg>
        <pc:spChg chg="add mod">
          <ac:chgData name="Jian Huang" userId="S::jianhuang@umass.edu::cceb65c6-4fe9-43ae-8ac3-0c77a86496d4" providerId="AD" clId="Web-{FF624118-7309-4D26-1F8A-8ACE3AA9817F}" dt="2025-11-20T17:22:49.117" v="991" actId="1076"/>
          <ac:spMkLst>
            <pc:docMk/>
            <pc:sldMk cId="1791234554" sldId="264"/>
            <ac:spMk id="9" creationId="{F14309AD-DF42-D218-A877-BDE6C70ACBA7}"/>
          </ac:spMkLst>
        </pc:spChg>
        <pc:spChg chg="add mod">
          <ac:chgData name="Jian Huang" userId="S::jianhuang@umass.edu::cceb65c6-4fe9-43ae-8ac3-0c77a86496d4" providerId="AD" clId="Web-{FF624118-7309-4D26-1F8A-8ACE3AA9817F}" dt="2025-11-20T17:35:03.615" v="1071" actId="20577"/>
          <ac:spMkLst>
            <pc:docMk/>
            <pc:sldMk cId="1791234554" sldId="264"/>
            <ac:spMk id="13" creationId="{EB152068-5CD4-D32E-AA50-E83CDD813212}"/>
          </ac:spMkLst>
        </pc:spChg>
        <pc:spChg chg="add mod">
          <ac:chgData name="Jian Huang" userId="S::jianhuang@umass.edu::cceb65c6-4fe9-43ae-8ac3-0c77a86496d4" providerId="AD" clId="Web-{FF624118-7309-4D26-1F8A-8ACE3AA9817F}" dt="2025-11-20T17:46:15.553" v="1264" actId="1076"/>
          <ac:spMkLst>
            <pc:docMk/>
            <pc:sldMk cId="1791234554" sldId="264"/>
            <ac:spMk id="14" creationId="{38CB07B1-F65C-8D52-3AE2-CFEEB4D19346}"/>
          </ac:spMkLst>
        </pc:spChg>
        <pc:spChg chg="add mod">
          <ac:chgData name="Jian Huang" userId="S::jianhuang@umass.edu::cceb65c6-4fe9-43ae-8ac3-0c77a86496d4" providerId="AD" clId="Web-{FF624118-7309-4D26-1F8A-8ACE3AA9817F}" dt="2025-11-20T18:12:45.490" v="1636"/>
          <ac:spMkLst>
            <pc:docMk/>
            <pc:sldMk cId="1791234554" sldId="264"/>
            <ac:spMk id="16" creationId="{BDEBFF90-AFC5-7D45-D9D8-9E4C5A406D90}"/>
          </ac:spMkLst>
        </pc:spChg>
        <pc:spChg chg="add mod">
          <ac:chgData name="Jian Huang" userId="S::jianhuang@umass.edu::cceb65c6-4fe9-43ae-8ac3-0c77a86496d4" providerId="AD" clId="Web-{FF624118-7309-4D26-1F8A-8ACE3AA9817F}" dt="2025-11-20T18:10:31.529" v="1603" actId="1076"/>
          <ac:spMkLst>
            <pc:docMk/>
            <pc:sldMk cId="1791234554" sldId="264"/>
            <ac:spMk id="19" creationId="{63166E1D-E7AD-49AB-9366-E3E6E2ECA017}"/>
          </ac:spMkLst>
        </pc:spChg>
        <pc:spChg chg="add del mod">
          <ac:chgData name="Jian Huang" userId="S::jianhuang@umass.edu::cceb65c6-4fe9-43ae-8ac3-0c77a86496d4" providerId="AD" clId="Web-{FF624118-7309-4D26-1F8A-8ACE3AA9817F}" dt="2025-11-20T18:10:36.311" v="1605"/>
          <ac:spMkLst>
            <pc:docMk/>
            <pc:sldMk cId="1791234554" sldId="264"/>
            <ac:spMk id="20" creationId="{412DC36B-BDE7-947D-A833-98DDEDC1507E}"/>
          </ac:spMkLst>
        </pc:spChg>
        <pc:spChg chg="add mod">
          <ac:chgData name="Jian Huang" userId="S::jianhuang@umass.edu::cceb65c6-4fe9-43ae-8ac3-0c77a86496d4" providerId="AD" clId="Web-{FF624118-7309-4D26-1F8A-8ACE3AA9817F}" dt="2025-11-20T18:10:41.561" v="1607" actId="1076"/>
          <ac:spMkLst>
            <pc:docMk/>
            <pc:sldMk cId="1791234554" sldId="264"/>
            <ac:spMk id="21" creationId="{D9B57DA0-B249-A009-4581-46E59CE84C11}"/>
          </ac:spMkLst>
        </pc:spChg>
        <pc:spChg chg="add mod">
          <ac:chgData name="Jian Huang" userId="S::jianhuang@umass.edu::cceb65c6-4fe9-43ae-8ac3-0c77a86496d4" providerId="AD" clId="Web-{FF624118-7309-4D26-1F8A-8ACE3AA9817F}" dt="2025-11-20T18:10:44.983" v="1609" actId="1076"/>
          <ac:spMkLst>
            <pc:docMk/>
            <pc:sldMk cId="1791234554" sldId="264"/>
            <ac:spMk id="22" creationId="{1CF09DE3-625E-B98A-07F8-BC2F6D3ACA67}"/>
          </ac:spMkLst>
        </pc:spChg>
        <pc:spChg chg="add mod">
          <ac:chgData name="Jian Huang" userId="S::jianhuang@umass.edu::cceb65c6-4fe9-43ae-8ac3-0c77a86496d4" providerId="AD" clId="Web-{FF624118-7309-4D26-1F8A-8ACE3AA9817F}" dt="2025-11-20T18:10:50.062" v="1611" actId="1076"/>
          <ac:spMkLst>
            <pc:docMk/>
            <pc:sldMk cId="1791234554" sldId="264"/>
            <ac:spMk id="23" creationId="{D5F1EBB1-E149-2EA9-1403-06C1C5375F8E}"/>
          </ac:spMkLst>
        </pc:spChg>
        <pc:spChg chg="add mod">
          <ac:chgData name="Jian Huang" userId="S::jianhuang@umass.edu::cceb65c6-4fe9-43ae-8ac3-0c77a86496d4" providerId="AD" clId="Web-{FF624118-7309-4D26-1F8A-8ACE3AA9817F}" dt="2025-11-20T18:10:55.640" v="1614" actId="1076"/>
          <ac:spMkLst>
            <pc:docMk/>
            <pc:sldMk cId="1791234554" sldId="264"/>
            <ac:spMk id="24" creationId="{BE645A82-D259-1973-3347-F7107F3212CC}"/>
          </ac:spMkLst>
        </pc:spChg>
        <pc:spChg chg="add mod">
          <ac:chgData name="Jian Huang" userId="S::jianhuang@umass.edu::cceb65c6-4fe9-43ae-8ac3-0c77a86496d4" providerId="AD" clId="Web-{FF624118-7309-4D26-1F8A-8ACE3AA9817F}" dt="2025-11-20T18:10:59.437" v="1616" actId="1076"/>
          <ac:spMkLst>
            <pc:docMk/>
            <pc:sldMk cId="1791234554" sldId="264"/>
            <ac:spMk id="25" creationId="{E001DE03-9AB3-2711-4032-846C74258D07}"/>
          </ac:spMkLst>
        </pc:spChg>
        <pc:spChg chg="add mod">
          <ac:chgData name="Jian Huang" userId="S::jianhuang@umass.edu::cceb65c6-4fe9-43ae-8ac3-0c77a86496d4" providerId="AD" clId="Web-{FF624118-7309-4D26-1F8A-8ACE3AA9817F}" dt="2025-11-20T18:11:26.799" v="1622"/>
          <ac:spMkLst>
            <pc:docMk/>
            <pc:sldMk cId="1791234554" sldId="264"/>
            <ac:spMk id="26" creationId="{A4E04970-C89D-5634-AA3E-7AC201347A24}"/>
          </ac:spMkLst>
        </pc:spChg>
        <pc:spChg chg="add del">
          <ac:chgData name="Jian Huang" userId="S::jianhuang@umass.edu::cceb65c6-4fe9-43ae-8ac3-0c77a86496d4" providerId="AD" clId="Web-{FF624118-7309-4D26-1F8A-8ACE3AA9817F}" dt="2025-11-20T18:11:19.564" v="1621"/>
          <ac:spMkLst>
            <pc:docMk/>
            <pc:sldMk cId="1791234554" sldId="264"/>
            <ac:spMk id="27" creationId="{268605D5-42B1-633B-3424-C8C2291048D0}"/>
          </ac:spMkLst>
        </pc:spChg>
        <pc:spChg chg="add mod">
          <ac:chgData name="Jian Huang" userId="S::jianhuang@umass.edu::cceb65c6-4fe9-43ae-8ac3-0c77a86496d4" providerId="AD" clId="Web-{FF624118-7309-4D26-1F8A-8ACE3AA9817F}" dt="2025-11-20T18:11:43.221" v="1626" actId="1076"/>
          <ac:spMkLst>
            <pc:docMk/>
            <pc:sldMk cId="1791234554" sldId="264"/>
            <ac:spMk id="28" creationId="{7FC7D888-2F85-D6FA-09F0-B7FCFF920F59}"/>
          </ac:spMkLst>
        </pc:spChg>
        <pc:spChg chg="add mod">
          <ac:chgData name="Jian Huang" userId="S::jianhuang@umass.edu::cceb65c6-4fe9-43ae-8ac3-0c77a86496d4" providerId="AD" clId="Web-{FF624118-7309-4D26-1F8A-8ACE3AA9817F}" dt="2025-11-20T18:11:46.831" v="1628" actId="1076"/>
          <ac:spMkLst>
            <pc:docMk/>
            <pc:sldMk cId="1791234554" sldId="264"/>
            <ac:spMk id="29" creationId="{0DDF9ADA-F2F9-BF58-9710-0E66AA9A1E2C}"/>
          </ac:spMkLst>
        </pc:spChg>
        <pc:spChg chg="add mod">
          <ac:chgData name="Jian Huang" userId="S::jianhuang@umass.edu::cceb65c6-4fe9-43ae-8ac3-0c77a86496d4" providerId="AD" clId="Web-{FF624118-7309-4D26-1F8A-8ACE3AA9817F}" dt="2025-11-20T18:11:51.925" v="1630" actId="1076"/>
          <ac:spMkLst>
            <pc:docMk/>
            <pc:sldMk cId="1791234554" sldId="264"/>
            <ac:spMk id="30" creationId="{452E246D-784F-BD39-9017-967D1D1AECAA}"/>
          </ac:spMkLst>
        </pc:spChg>
        <pc:spChg chg="add mod">
          <ac:chgData name="Jian Huang" userId="S::jianhuang@umass.edu::cceb65c6-4fe9-43ae-8ac3-0c77a86496d4" providerId="AD" clId="Web-{FF624118-7309-4D26-1F8A-8ACE3AA9817F}" dt="2025-11-20T18:11:57.706" v="1632" actId="1076"/>
          <ac:spMkLst>
            <pc:docMk/>
            <pc:sldMk cId="1791234554" sldId="264"/>
            <ac:spMk id="31" creationId="{F09755C1-DCB2-C968-D082-22058A1FDD4F}"/>
          </ac:spMkLst>
        </pc:spChg>
        <pc:grpChg chg="add">
          <ac:chgData name="Jian Huang" userId="S::jianhuang@umass.edu::cceb65c6-4fe9-43ae-8ac3-0c77a86496d4" providerId="AD" clId="Web-{FF624118-7309-4D26-1F8A-8ACE3AA9817F}" dt="2025-11-20T18:15:49.291" v="1655"/>
          <ac:grpSpMkLst>
            <pc:docMk/>
            <pc:sldMk cId="1791234554" sldId="264"/>
            <ac:grpSpMk id="32" creationId="{BC2DE862-6C82-A60A-BD3A-EDE6263A8D54}"/>
          </ac:grpSpMkLst>
        </pc:grpChg>
        <pc:picChg chg="add mod">
          <ac:chgData name="Jian Huang" userId="S::jianhuang@umass.edu::cceb65c6-4fe9-43ae-8ac3-0c77a86496d4" providerId="AD" clId="Web-{FF624118-7309-4D26-1F8A-8ACE3AA9817F}" dt="2025-11-20T17:22:49.101" v="989" actId="1076"/>
          <ac:picMkLst>
            <pc:docMk/>
            <pc:sldMk cId="1791234554" sldId="264"/>
            <ac:picMk id="5" creationId="{5D414864-22AA-6073-0D78-44B0833D882B}"/>
          </ac:picMkLst>
        </pc:picChg>
        <pc:picChg chg="add del mod">
          <ac:chgData name="Jian Huang" userId="S::jianhuang@umass.edu::cceb65c6-4fe9-43ae-8ac3-0c77a86496d4" providerId="AD" clId="Web-{FF624118-7309-4D26-1F8A-8ACE3AA9817F}" dt="2025-11-20T17:25:53.452" v="1003"/>
          <ac:picMkLst>
            <pc:docMk/>
            <pc:sldMk cId="1791234554" sldId="264"/>
            <ac:picMk id="10" creationId="{272C616B-A31A-EEB7-B7F5-9F7890D2E687}"/>
          </ac:picMkLst>
        </pc:picChg>
        <pc:picChg chg="add del mod">
          <ac:chgData name="Jian Huang" userId="S::jianhuang@umass.edu::cceb65c6-4fe9-43ae-8ac3-0c77a86496d4" providerId="AD" clId="Web-{FF624118-7309-4D26-1F8A-8ACE3AA9817F}" dt="2025-11-20T17:30:01.640" v="1005"/>
          <ac:picMkLst>
            <pc:docMk/>
            <pc:sldMk cId="1791234554" sldId="264"/>
            <ac:picMk id="11" creationId="{3577675F-A873-4FF7-4EB4-6F84D772ABAF}"/>
          </ac:picMkLst>
        </pc:picChg>
        <pc:picChg chg="add mod ord">
          <ac:chgData name="Jian Huang" userId="S::jianhuang@umass.edu::cceb65c6-4fe9-43ae-8ac3-0c77a86496d4" providerId="AD" clId="Web-{FF624118-7309-4D26-1F8A-8ACE3AA9817F}" dt="2025-11-20T18:16:14.650" v="1657"/>
          <ac:picMkLst>
            <pc:docMk/>
            <pc:sldMk cId="1791234554" sldId="264"/>
            <ac:picMk id="12" creationId="{2B1ABBD0-00CA-295E-176E-B48DA3B35B1F}"/>
          </ac:picMkLst>
        </pc:picChg>
        <pc:picChg chg="add mod">
          <ac:chgData name="Jian Huang" userId="S::jianhuang@umass.edu::cceb65c6-4fe9-43ae-8ac3-0c77a86496d4" providerId="AD" clId="Web-{FF624118-7309-4D26-1F8A-8ACE3AA9817F}" dt="2025-11-20T18:09:51.635" v="1596" actId="1076"/>
          <ac:picMkLst>
            <pc:docMk/>
            <pc:sldMk cId="1791234554" sldId="264"/>
            <ac:picMk id="18" creationId="{AA9FFDF4-8450-30AB-1320-AB42A0D82B8C}"/>
          </ac:picMkLst>
        </pc:picChg>
      </pc:sldChg>
      <pc:sldChg chg="modSp add replId">
        <pc:chgData name="Jian Huang" userId="S::jianhuang@umass.edu::cceb65c6-4fe9-43ae-8ac3-0c77a86496d4" providerId="AD" clId="Web-{FF624118-7309-4D26-1F8A-8ACE3AA9817F}" dt="2025-11-20T18:36:32.045" v="1801" actId="1076"/>
        <pc:sldMkLst>
          <pc:docMk/>
          <pc:sldMk cId="3428284886" sldId="265"/>
        </pc:sldMkLst>
        <pc:spChg chg="mod">
          <ac:chgData name="Jian Huang" userId="S::jianhuang@umass.edu::cceb65c6-4fe9-43ae-8ac3-0c77a86496d4" providerId="AD" clId="Web-{FF624118-7309-4D26-1F8A-8ACE3AA9817F}" dt="2025-11-20T18:36:32.045" v="1801" actId="1076"/>
          <ac:spMkLst>
            <pc:docMk/>
            <pc:sldMk cId="3428284886" sldId="265"/>
            <ac:spMk id="2" creationId="{CDE29269-3659-0454-37AD-9F96C37B78F1}"/>
          </ac:spMkLst>
        </pc:spChg>
        <pc:spChg chg="mod">
          <ac:chgData name="Jian Huang" userId="S::jianhuang@umass.edu::cceb65c6-4fe9-43ae-8ac3-0c77a86496d4" providerId="AD" clId="Web-{FF624118-7309-4D26-1F8A-8ACE3AA9817F}" dt="2025-11-20T16:35:03.887" v="765" actId="20577"/>
          <ac:spMkLst>
            <pc:docMk/>
            <pc:sldMk cId="3428284886" sldId="265"/>
            <ac:spMk id="3" creationId="{3947A946-616E-1114-91BF-95CBB1CD7132}"/>
          </ac:spMkLst>
        </pc:spChg>
      </pc:sldChg>
      <pc:sldChg chg="addSp delSp modSp add replId addAnim">
        <pc:chgData name="Jian Huang" userId="S::jianhuang@umass.edu::cceb65c6-4fe9-43ae-8ac3-0c77a86496d4" providerId="AD" clId="Web-{FF624118-7309-4D26-1F8A-8ACE3AA9817F}" dt="2025-11-20T18:39:04.203" v="1827" actId="20577"/>
        <pc:sldMkLst>
          <pc:docMk/>
          <pc:sldMk cId="2176738189" sldId="266"/>
        </pc:sldMkLst>
        <pc:spChg chg="del">
          <ac:chgData name="Jian Huang" userId="S::jianhuang@umass.edu::cceb65c6-4fe9-43ae-8ac3-0c77a86496d4" providerId="AD" clId="Web-{FF624118-7309-4D26-1F8A-8ACE3AA9817F}" dt="2025-11-20T17:33:42.372" v="1053"/>
          <ac:spMkLst>
            <pc:docMk/>
            <pc:sldMk cId="2176738189" sldId="266"/>
            <ac:spMk id="2" creationId="{191F72E9-7B2C-F2F8-98CB-4EC5E19B9F89}"/>
          </ac:spMkLst>
        </pc:spChg>
        <pc:spChg chg="mod">
          <ac:chgData name="Jian Huang" userId="S::jianhuang@umass.edu::cceb65c6-4fe9-43ae-8ac3-0c77a86496d4" providerId="AD" clId="Web-{FF624118-7309-4D26-1F8A-8ACE3AA9817F}" dt="2025-11-20T17:54:48.784" v="1318" actId="20577"/>
          <ac:spMkLst>
            <pc:docMk/>
            <pc:sldMk cId="2176738189" sldId="266"/>
            <ac:spMk id="3" creationId="{B69DB21B-89AF-454B-7E0B-81051DB0F6C1}"/>
          </ac:spMkLst>
        </pc:spChg>
        <pc:spChg chg="add mod">
          <ac:chgData name="Jian Huang" userId="S::jianhuang@umass.edu::cceb65c6-4fe9-43ae-8ac3-0c77a86496d4" providerId="AD" clId="Web-{FF624118-7309-4D26-1F8A-8ACE3AA9817F}" dt="2025-11-20T18:39:04.203" v="1827" actId="20577"/>
          <ac:spMkLst>
            <pc:docMk/>
            <pc:sldMk cId="2176738189" sldId="266"/>
            <ac:spMk id="4" creationId="{E5E4159D-7011-9B4F-D78B-559EDFB2898E}"/>
          </ac:spMkLst>
        </pc:spChg>
        <pc:spChg chg="add mod">
          <ac:chgData name="Jian Huang" userId="S::jianhuang@umass.edu::cceb65c6-4fe9-43ae-8ac3-0c77a86496d4" providerId="AD" clId="Web-{FF624118-7309-4D26-1F8A-8ACE3AA9817F}" dt="2025-11-20T17:53:13.187" v="1310" actId="1076"/>
          <ac:spMkLst>
            <pc:docMk/>
            <pc:sldMk cId="2176738189" sldId="266"/>
            <ac:spMk id="15" creationId="{E4EF16DC-6952-D26E-535D-4BB04341B7B5}"/>
          </ac:spMkLst>
        </pc:spChg>
        <pc:spChg chg="add mod">
          <ac:chgData name="Jian Huang" userId="S::jianhuang@umass.edu::cceb65c6-4fe9-43ae-8ac3-0c77a86496d4" providerId="AD" clId="Web-{FF624118-7309-4D26-1F8A-8ACE3AA9817F}" dt="2025-11-20T18:38:30.406" v="1819" actId="20577"/>
          <ac:spMkLst>
            <pc:docMk/>
            <pc:sldMk cId="2176738189" sldId="266"/>
            <ac:spMk id="16" creationId="{7E2872DA-2727-7F40-B158-D5D465EFFA74}"/>
          </ac:spMkLst>
        </pc:spChg>
        <pc:spChg chg="add mod">
          <ac:chgData name="Jian Huang" userId="S::jianhuang@umass.edu::cceb65c6-4fe9-43ae-8ac3-0c77a86496d4" providerId="AD" clId="Web-{FF624118-7309-4D26-1F8A-8ACE3AA9817F}" dt="2025-11-20T18:35:21.856" v="1741" actId="20577"/>
          <ac:spMkLst>
            <pc:docMk/>
            <pc:sldMk cId="2176738189" sldId="266"/>
            <ac:spMk id="32" creationId="{BA6B24A8-D917-378D-6208-79F60F7A5636}"/>
          </ac:spMkLst>
        </pc:spChg>
        <pc:spChg chg="add mod">
          <ac:chgData name="Jian Huang" userId="S::jianhuang@umass.edu::cceb65c6-4fe9-43ae-8ac3-0c77a86496d4" providerId="AD" clId="Web-{FF624118-7309-4D26-1F8A-8ACE3AA9817F}" dt="2025-11-20T18:07:56.210" v="1536" actId="20577"/>
          <ac:spMkLst>
            <pc:docMk/>
            <pc:sldMk cId="2176738189" sldId="266"/>
            <ac:spMk id="33" creationId="{95F3CBAC-7597-EE41-FC8B-526404458523}"/>
          </ac:spMkLst>
        </pc:spChg>
        <pc:spChg chg="add mod">
          <ac:chgData name="Jian Huang" userId="S::jianhuang@umass.edu::cceb65c6-4fe9-43ae-8ac3-0c77a86496d4" providerId="AD" clId="Web-{FF624118-7309-4D26-1F8A-8ACE3AA9817F}" dt="2025-11-20T18:38:43.156" v="1824" actId="20577"/>
          <ac:spMkLst>
            <pc:docMk/>
            <pc:sldMk cId="2176738189" sldId="266"/>
            <ac:spMk id="34" creationId="{36785E0E-9C65-A0D0-D178-A131D06D26FE}"/>
          </ac:spMkLst>
        </pc:spChg>
        <pc:spChg chg="add mod">
          <ac:chgData name="Jian Huang" userId="S::jianhuang@umass.edu::cceb65c6-4fe9-43ae-8ac3-0c77a86496d4" providerId="AD" clId="Web-{FF624118-7309-4D26-1F8A-8ACE3AA9817F}" dt="2025-11-20T18:04:18.480" v="1477" actId="20577"/>
          <ac:spMkLst>
            <pc:docMk/>
            <pc:sldMk cId="2176738189" sldId="266"/>
            <ac:spMk id="35" creationId="{1FBF54AD-879C-36E9-F2F7-1292496AF7EF}"/>
          </ac:spMkLst>
        </pc:spChg>
        <pc:grpChg chg="add mod">
          <ac:chgData name="Jian Huang" userId="S::jianhuang@umass.edu::cceb65c6-4fe9-43ae-8ac3-0c77a86496d4" providerId="AD" clId="Web-{FF624118-7309-4D26-1F8A-8ACE3AA9817F}" dt="2025-11-20T18:02:44.175" v="1442" actId="1076"/>
          <ac:grpSpMkLst>
            <pc:docMk/>
            <pc:sldMk cId="2176738189" sldId="266"/>
            <ac:grpSpMk id="12" creationId="{38D03843-0480-628B-0C6F-435A8D4E1335}"/>
          </ac:grpSpMkLst>
        </pc:grpChg>
        <pc:grpChg chg="add mod">
          <ac:chgData name="Jian Huang" userId="S::jianhuang@umass.edu::cceb65c6-4fe9-43ae-8ac3-0c77a86496d4" providerId="AD" clId="Web-{FF624118-7309-4D26-1F8A-8ACE3AA9817F}" dt="2025-11-20T17:57:33.691" v="1341" actId="1076"/>
          <ac:grpSpMkLst>
            <pc:docMk/>
            <pc:sldMk cId="2176738189" sldId="266"/>
            <ac:grpSpMk id="21" creationId="{D92629D9-93E9-EAA9-F92A-7CD741EDC65D}"/>
          </ac:grpSpMkLst>
        </pc:grpChg>
        <pc:grpChg chg="add mod">
          <ac:chgData name="Jian Huang" userId="S::jianhuang@umass.edu::cceb65c6-4fe9-43ae-8ac3-0c77a86496d4" providerId="AD" clId="Web-{FF624118-7309-4D26-1F8A-8ACE3AA9817F}" dt="2025-11-20T17:58:08.442" v="1349" actId="1076"/>
          <ac:grpSpMkLst>
            <pc:docMk/>
            <pc:sldMk cId="2176738189" sldId="266"/>
            <ac:grpSpMk id="22" creationId="{C1DC4F47-5149-A88F-2A03-2945502F81DA}"/>
          </ac:grpSpMkLst>
        </pc:grpChg>
        <pc:grpChg chg="add mod">
          <ac:chgData name="Jian Huang" userId="S::jianhuang@umass.edu::cceb65c6-4fe9-43ae-8ac3-0c77a86496d4" providerId="AD" clId="Web-{FF624118-7309-4D26-1F8A-8ACE3AA9817F}" dt="2025-11-20T17:57:47.410" v="1343" actId="1076"/>
          <ac:grpSpMkLst>
            <pc:docMk/>
            <pc:sldMk cId="2176738189" sldId="266"/>
            <ac:grpSpMk id="25" creationId="{C73F77D9-519B-5414-E4DE-4BE61C351DAF}"/>
          </ac:grpSpMkLst>
        </pc:grpChg>
        <pc:grpChg chg="add mod">
          <ac:chgData name="Jian Huang" userId="S::jianhuang@umass.edu::cceb65c6-4fe9-43ae-8ac3-0c77a86496d4" providerId="AD" clId="Web-{FF624118-7309-4D26-1F8A-8ACE3AA9817F}" dt="2025-11-20T17:57:59.051" v="1347" actId="1076"/>
          <ac:grpSpMkLst>
            <pc:docMk/>
            <pc:sldMk cId="2176738189" sldId="266"/>
            <ac:grpSpMk id="28" creationId="{D0759573-1BA6-608F-FC18-4C22E727747D}"/>
          </ac:grpSpMkLst>
        </pc:grpChg>
        <pc:grpChg chg="add">
          <ac:chgData name="Jian Huang" userId="S::jianhuang@umass.edu::cceb65c6-4fe9-43ae-8ac3-0c77a86496d4" providerId="AD" clId="Web-{FF624118-7309-4D26-1F8A-8ACE3AA9817F}" dt="2025-11-20T17:58:37.989" v="1350"/>
          <ac:grpSpMkLst>
            <pc:docMk/>
            <pc:sldMk cId="2176738189" sldId="266"/>
            <ac:grpSpMk id="31" creationId="{AB8E746B-B8D1-9247-A034-C2CBA2526F0B}"/>
          </ac:grpSpMkLst>
        </pc:grpChg>
        <pc:picChg chg="add mod">
          <ac:chgData name="Jian Huang" userId="S::jianhuang@umass.edu::cceb65c6-4fe9-43ae-8ac3-0c77a86496d4" providerId="AD" clId="Web-{FF624118-7309-4D26-1F8A-8ACE3AA9817F}" dt="2025-11-20T17:56:41.925" v="1336" actId="1076"/>
          <ac:picMkLst>
            <pc:docMk/>
            <pc:sldMk cId="2176738189" sldId="266"/>
            <ac:picMk id="13" creationId="{C3A1A058-4EFF-705E-DFE0-CEDBF7F80E24}"/>
          </ac:picMkLst>
        </pc:picChg>
        <pc:cxnChg chg="add mod">
          <ac:chgData name="Jian Huang" userId="S::jianhuang@umass.edu::cceb65c6-4fe9-43ae-8ac3-0c77a86496d4" providerId="AD" clId="Web-{FF624118-7309-4D26-1F8A-8ACE3AA9817F}" dt="2025-11-20T18:37:42.905" v="1808" actId="14100"/>
          <ac:cxnSpMkLst>
            <pc:docMk/>
            <pc:sldMk cId="2176738189" sldId="266"/>
            <ac:cxnSpMk id="14" creationId="{05AC8275-33D3-07C1-9E78-47E14250E3BB}"/>
          </ac:cxnSpMkLst>
        </pc:cxnChg>
        <pc:cxnChg chg="add del">
          <ac:chgData name="Jian Huang" userId="S::jianhuang@umass.edu::cceb65c6-4fe9-43ae-8ac3-0c77a86496d4" providerId="AD" clId="Web-{FF624118-7309-4D26-1F8A-8ACE3AA9817F}" dt="2025-11-20T17:52:17.389" v="1300"/>
          <ac:cxnSpMkLst>
            <pc:docMk/>
            <pc:sldMk cId="2176738189" sldId="266"/>
            <ac:cxnSpMk id="16" creationId="{20CACBFA-B032-EB98-D658-1A94FA6235C1}"/>
          </ac:cxnSpMkLst>
        </pc:cxnChg>
        <pc:cxnChg chg="add mod">
          <ac:chgData name="Jian Huang" userId="S::jianhuang@umass.edu::cceb65c6-4fe9-43ae-8ac3-0c77a86496d4" providerId="AD" clId="Web-{FF624118-7309-4D26-1F8A-8ACE3AA9817F}" dt="2025-11-20T18:38:35.640" v="1821" actId="1076"/>
          <ac:cxnSpMkLst>
            <pc:docMk/>
            <pc:sldMk cId="2176738189" sldId="266"/>
            <ac:cxnSpMk id="17" creationId="{CBF978C9-DDC2-CCD9-3344-8E691F84755F}"/>
          </ac:cxnSpMkLst>
        </pc:cxnChg>
        <pc:cxnChg chg="add del">
          <ac:chgData name="Jian Huang" userId="S::jianhuang@umass.edu::cceb65c6-4fe9-43ae-8ac3-0c77a86496d4" providerId="AD" clId="Web-{FF624118-7309-4D26-1F8A-8ACE3AA9817F}" dt="2025-11-20T17:52:27.670" v="1302"/>
          <ac:cxnSpMkLst>
            <pc:docMk/>
            <pc:sldMk cId="2176738189" sldId="266"/>
            <ac:cxnSpMk id="17" creationId="{F21CEE27-83D6-E643-9747-AE9960F91EBD}"/>
          </ac:cxnSpMkLst>
        </pc:cxnChg>
        <pc:cxnChg chg="add mod">
          <ac:chgData name="Jian Huang" userId="S::jianhuang@umass.edu::cceb65c6-4fe9-43ae-8ac3-0c77a86496d4" providerId="AD" clId="Web-{FF624118-7309-4D26-1F8A-8ACE3AA9817F}" dt="2025-11-20T17:53:10.703" v="1309" actId="14100"/>
          <ac:cxnSpMkLst>
            <pc:docMk/>
            <pc:sldMk cId="2176738189" sldId="266"/>
            <ac:cxnSpMk id="18" creationId="{2172FC09-6A5C-D3D3-CB8B-6E398415AF25}"/>
          </ac:cxnSpMkLst>
        </pc:cxnChg>
        <pc:cxnChg chg="add del mod">
          <ac:chgData name="Jian Huang" userId="S::jianhuang@umass.edu::cceb65c6-4fe9-43ae-8ac3-0c77a86496d4" providerId="AD" clId="Web-{FF624118-7309-4D26-1F8A-8ACE3AA9817F}" dt="2025-11-20T17:56:01.019" v="1328" actId="14100"/>
          <ac:cxnSpMkLst>
            <pc:docMk/>
            <pc:sldMk cId="2176738189" sldId="266"/>
            <ac:cxnSpMk id="19" creationId="{E1464768-8464-8E14-830F-5633BB94DBC3}"/>
          </ac:cxnSpMkLst>
        </pc:cxnChg>
        <pc:cxnChg chg="add mod">
          <ac:chgData name="Jian Huang" userId="S::jianhuang@umass.edu::cceb65c6-4fe9-43ae-8ac3-0c77a86496d4" providerId="AD" clId="Web-{FF624118-7309-4D26-1F8A-8ACE3AA9817F}" dt="2025-11-20T17:56:46.379" v="1337" actId="1076"/>
          <ac:cxnSpMkLst>
            <pc:docMk/>
            <pc:sldMk cId="2176738189" sldId="266"/>
            <ac:cxnSpMk id="20" creationId="{B091CA8B-B542-0614-C7F9-7492ED2AF007}"/>
          </ac:cxnSpMkLst>
        </pc:cxnChg>
        <pc:cxnChg chg="mod">
          <ac:chgData name="Jian Huang" userId="S::jianhuang@umass.edu::cceb65c6-4fe9-43ae-8ac3-0c77a86496d4" providerId="AD" clId="Web-{FF624118-7309-4D26-1F8A-8ACE3AA9817F}" dt="2025-11-20T17:57:24.504" v="1339"/>
          <ac:cxnSpMkLst>
            <pc:docMk/>
            <pc:sldMk cId="2176738189" sldId="266"/>
            <ac:cxnSpMk id="23" creationId="{3CC1FB1B-9A39-64B1-C313-2665C70FA6E3}"/>
          </ac:cxnSpMkLst>
        </pc:cxnChg>
        <pc:cxnChg chg="mod">
          <ac:chgData name="Jian Huang" userId="S::jianhuang@umass.edu::cceb65c6-4fe9-43ae-8ac3-0c77a86496d4" providerId="AD" clId="Web-{FF624118-7309-4D26-1F8A-8ACE3AA9817F}" dt="2025-11-20T17:57:24.504" v="1339"/>
          <ac:cxnSpMkLst>
            <pc:docMk/>
            <pc:sldMk cId="2176738189" sldId="266"/>
            <ac:cxnSpMk id="24" creationId="{BE58788C-E19F-4050-B407-01DD6CFC203C}"/>
          </ac:cxnSpMkLst>
        </pc:cxnChg>
        <pc:cxnChg chg="mod">
          <ac:chgData name="Jian Huang" userId="S::jianhuang@umass.edu::cceb65c6-4fe9-43ae-8ac3-0c77a86496d4" providerId="AD" clId="Web-{FF624118-7309-4D26-1F8A-8ACE3AA9817F}" dt="2025-11-20T17:57:40.238" v="1342"/>
          <ac:cxnSpMkLst>
            <pc:docMk/>
            <pc:sldMk cId="2176738189" sldId="266"/>
            <ac:cxnSpMk id="26" creationId="{8B057977-43F7-63F3-6BF5-435836B4D215}"/>
          </ac:cxnSpMkLst>
        </pc:cxnChg>
        <pc:cxnChg chg="mod">
          <ac:chgData name="Jian Huang" userId="S::jianhuang@umass.edu::cceb65c6-4fe9-43ae-8ac3-0c77a86496d4" providerId="AD" clId="Web-{FF624118-7309-4D26-1F8A-8ACE3AA9817F}" dt="2025-11-20T17:57:40.238" v="1342"/>
          <ac:cxnSpMkLst>
            <pc:docMk/>
            <pc:sldMk cId="2176738189" sldId="266"/>
            <ac:cxnSpMk id="27" creationId="{C2CF1DFC-95F3-44DB-6F45-B23C99F09244}"/>
          </ac:cxnSpMkLst>
        </pc:cxnChg>
        <pc:cxnChg chg="mod">
          <ac:chgData name="Jian Huang" userId="S::jianhuang@umass.edu::cceb65c6-4fe9-43ae-8ac3-0c77a86496d4" providerId="AD" clId="Web-{FF624118-7309-4D26-1F8A-8ACE3AA9817F}" dt="2025-11-20T17:57:50.442" v="1344"/>
          <ac:cxnSpMkLst>
            <pc:docMk/>
            <pc:sldMk cId="2176738189" sldId="266"/>
            <ac:cxnSpMk id="29" creationId="{86E6707B-7383-00A8-412F-CD6C3127C436}"/>
          </ac:cxnSpMkLst>
        </pc:cxnChg>
        <pc:cxnChg chg="mod">
          <ac:chgData name="Jian Huang" userId="S::jianhuang@umass.edu::cceb65c6-4fe9-43ae-8ac3-0c77a86496d4" providerId="AD" clId="Web-{FF624118-7309-4D26-1F8A-8ACE3AA9817F}" dt="2025-11-20T17:57:50.442" v="1344"/>
          <ac:cxnSpMkLst>
            <pc:docMk/>
            <pc:sldMk cId="2176738189" sldId="266"/>
            <ac:cxnSpMk id="30" creationId="{8BB7D9A0-8E33-2323-DE93-5752E4827FAE}"/>
          </ac:cxnSpMkLst>
        </pc:cxnChg>
      </pc:sldChg>
      <pc:sldChg chg="addSp delSp modSp add replId">
        <pc:chgData name="Jian Huang" userId="S::jianhuang@umass.edu::cceb65c6-4fe9-43ae-8ac3-0c77a86496d4" providerId="AD" clId="Web-{FF624118-7309-4D26-1F8A-8ACE3AA9817F}" dt="2025-11-20T17:48:10.897" v="1293" actId="20577"/>
        <pc:sldMkLst>
          <pc:docMk/>
          <pc:sldMk cId="455833489" sldId="267"/>
        </pc:sldMkLst>
        <pc:spChg chg="mod">
          <ac:chgData name="Jian Huang" userId="S::jianhuang@umass.edu::cceb65c6-4fe9-43ae-8ac3-0c77a86496d4" providerId="AD" clId="Web-{FF624118-7309-4D26-1F8A-8ACE3AA9817F}" dt="2025-11-20T17:37:45.644" v="1116" actId="20577"/>
          <ac:spMkLst>
            <pc:docMk/>
            <pc:sldMk cId="455833489" sldId="267"/>
            <ac:spMk id="3" creationId="{A807BFD9-05D0-8781-4C1F-7D7D360F2FE9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42:24.146" v="1177"/>
          <ac:spMkLst>
            <pc:docMk/>
            <pc:sldMk cId="455833489" sldId="267"/>
            <ac:spMk id="6" creationId="{0F05DCFD-1296-F266-956D-87E28DB58FD9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40:44.068" v="1146"/>
          <ac:spMkLst>
            <pc:docMk/>
            <pc:sldMk cId="455833489" sldId="267"/>
            <ac:spMk id="7" creationId="{571FFDE7-53E3-28A4-C433-BCD437E0A6EE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41:05.740" v="1152"/>
          <ac:spMkLst>
            <pc:docMk/>
            <pc:sldMk cId="455833489" sldId="267"/>
            <ac:spMk id="8" creationId="{25CA6FA5-11AA-4A75-61F3-D063B018BD22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42:14.584" v="1173"/>
          <ac:spMkLst>
            <pc:docMk/>
            <pc:sldMk cId="455833489" sldId="267"/>
            <ac:spMk id="9" creationId="{11BCE284-6853-4E58-6240-4685E296B7E0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42:07.146" v="1171"/>
          <ac:spMkLst>
            <pc:docMk/>
            <pc:sldMk cId="455833489" sldId="267"/>
            <ac:spMk id="10" creationId="{F6A55EE8-91CB-A160-4F37-B982F3BE8047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42:06.209" v="1170"/>
          <ac:spMkLst>
            <pc:docMk/>
            <pc:sldMk cId="455833489" sldId="267"/>
            <ac:spMk id="11" creationId="{E4E0B3A9-1A87-66B2-1839-2EF8BE347E62}"/>
          </ac:spMkLst>
        </pc:spChg>
        <pc:spChg chg="add del mod">
          <ac:chgData name="Jian Huang" userId="S::jianhuang@umass.edu::cceb65c6-4fe9-43ae-8ac3-0c77a86496d4" providerId="AD" clId="Web-{FF624118-7309-4D26-1F8A-8ACE3AA9817F}" dt="2025-11-20T17:42:22.334" v="1176"/>
          <ac:spMkLst>
            <pc:docMk/>
            <pc:sldMk cId="455833489" sldId="267"/>
            <ac:spMk id="12" creationId="{E2D1C0D2-3F38-1F78-A1FA-F1AA15C2933D}"/>
          </ac:spMkLst>
        </pc:spChg>
        <pc:spChg chg="add mod">
          <ac:chgData name="Jian Huang" userId="S::jianhuang@umass.edu::cceb65c6-4fe9-43ae-8ac3-0c77a86496d4" providerId="AD" clId="Web-{FF624118-7309-4D26-1F8A-8ACE3AA9817F}" dt="2025-11-20T17:46:55.600" v="1273" actId="1076"/>
          <ac:spMkLst>
            <pc:docMk/>
            <pc:sldMk cId="455833489" sldId="267"/>
            <ac:spMk id="16" creationId="{0C146A14-FA6F-6A97-192D-E6ACF6FF9B85}"/>
          </ac:spMkLst>
        </pc:spChg>
        <pc:spChg chg="add mod">
          <ac:chgData name="Jian Huang" userId="S::jianhuang@umass.edu::cceb65c6-4fe9-43ae-8ac3-0c77a86496d4" providerId="AD" clId="Web-{FF624118-7309-4D26-1F8A-8ACE3AA9817F}" dt="2025-11-20T17:45:42.069" v="1253" actId="14100"/>
          <ac:spMkLst>
            <pc:docMk/>
            <pc:sldMk cId="455833489" sldId="267"/>
            <ac:spMk id="18" creationId="{5A4BEA5C-EBF5-13D6-BA9F-F67153DF2295}"/>
          </ac:spMkLst>
        </pc:spChg>
        <pc:spChg chg="add mod">
          <ac:chgData name="Jian Huang" userId="S::jianhuang@umass.edu::cceb65c6-4fe9-43ae-8ac3-0c77a86496d4" providerId="AD" clId="Web-{FF624118-7309-4D26-1F8A-8ACE3AA9817F}" dt="2025-11-20T17:48:10.897" v="1293" actId="20577"/>
          <ac:spMkLst>
            <pc:docMk/>
            <pc:sldMk cId="455833489" sldId="267"/>
            <ac:spMk id="19" creationId="{C385C5A8-4E71-59DE-78A2-8B40D73AF91F}"/>
          </ac:spMkLst>
        </pc:spChg>
        <pc:graphicFrameChg chg="add mod modGraphic">
          <ac:chgData name="Jian Huang" userId="S::jianhuang@umass.edu::cceb65c6-4fe9-43ae-8ac3-0c77a86496d4" providerId="AD" clId="Web-{FF624118-7309-4D26-1F8A-8ACE3AA9817F}" dt="2025-11-20T17:44:53.709" v="1240"/>
          <ac:graphicFrameMkLst>
            <pc:docMk/>
            <pc:sldMk cId="455833489" sldId="267"/>
            <ac:graphicFrameMk id="13" creationId="{37EECD11-FF5A-4080-BD57-DE533BF40563}"/>
          </ac:graphicFrameMkLst>
        </pc:graphicFrameChg>
        <pc:graphicFrameChg chg="add mod modGraphic">
          <ac:chgData name="Jian Huang" userId="S::jianhuang@umass.edu::cceb65c6-4fe9-43ae-8ac3-0c77a86496d4" providerId="AD" clId="Web-{FF624118-7309-4D26-1F8A-8ACE3AA9817F}" dt="2025-11-20T17:44:50.693" v="1233"/>
          <ac:graphicFrameMkLst>
            <pc:docMk/>
            <pc:sldMk cId="455833489" sldId="267"/>
            <ac:graphicFrameMk id="14" creationId="{20A80D10-DB66-42A4-8830-C3706EC04223}"/>
          </ac:graphicFrameMkLst>
        </pc:graphicFrameChg>
        <pc:picChg chg="add mod">
          <ac:chgData name="Jian Huang" userId="S::jianhuang@umass.edu::cceb65c6-4fe9-43ae-8ac3-0c77a86496d4" providerId="AD" clId="Web-{FF624118-7309-4D26-1F8A-8ACE3AA9817F}" dt="2025-11-20T17:39:03.630" v="1118" actId="1076"/>
          <ac:picMkLst>
            <pc:docMk/>
            <pc:sldMk cId="455833489" sldId="267"/>
            <ac:picMk id="4" creationId="{0A7F55A1-7321-FB5B-93E1-9CE8002BD124}"/>
          </ac:picMkLst>
        </pc:picChg>
        <pc:picChg chg="add mod modCrop">
          <ac:chgData name="Jian Huang" userId="S::jianhuang@umass.edu::cceb65c6-4fe9-43ae-8ac3-0c77a86496d4" providerId="AD" clId="Web-{FF624118-7309-4D26-1F8A-8ACE3AA9817F}" dt="2025-11-20T17:39:22.412" v="1127" actId="1076"/>
          <ac:picMkLst>
            <pc:docMk/>
            <pc:sldMk cId="455833489" sldId="267"/>
            <ac:picMk id="5" creationId="{94E9BF8D-7F3B-2861-60C3-2D1E53230985}"/>
          </ac:picMkLst>
        </pc:picChg>
      </pc:sldChg>
    </pc:docChg>
  </pc:docChgLst>
  <pc:docChgLst>
    <pc:chgData name="Jian Huang" userId="S::jianhuang@umass.edu::cceb65c6-4fe9-43ae-8ac3-0c77a86496d4" providerId="AD" clId="Web-{DA776878-7F1C-8D8E-9744-62B1C2CCA407}"/>
    <pc:docChg chg="addSld modSld">
      <pc:chgData name="Jian Huang" userId="S::jianhuang@umass.edu::cceb65c6-4fe9-43ae-8ac3-0c77a86496d4" providerId="AD" clId="Web-{DA776878-7F1C-8D8E-9744-62B1C2CCA407}" dt="2025-11-21T17:09:42.276" v="45" actId="1076"/>
      <pc:docMkLst>
        <pc:docMk/>
      </pc:docMkLst>
      <pc:sldChg chg="addSp delSp modSp new">
        <pc:chgData name="Jian Huang" userId="S::jianhuang@umass.edu::cceb65c6-4fe9-43ae-8ac3-0c77a86496d4" providerId="AD" clId="Web-{DA776878-7F1C-8D8E-9744-62B1C2CCA407}" dt="2025-11-21T17:09:42.276" v="45" actId="1076"/>
        <pc:sldMkLst>
          <pc:docMk/>
          <pc:sldMk cId="2252077802" sldId="269"/>
        </pc:sldMkLst>
        <pc:spChg chg="mod">
          <ac:chgData name="Jian Huang" userId="S::jianhuang@umass.edu::cceb65c6-4fe9-43ae-8ac3-0c77a86496d4" providerId="AD" clId="Web-{DA776878-7F1C-8D8E-9744-62B1C2CCA407}" dt="2025-11-21T16:43:13.055" v="6" actId="20577"/>
          <ac:spMkLst>
            <pc:docMk/>
            <pc:sldMk cId="2252077802" sldId="269"/>
            <ac:spMk id="2" creationId="{E9DE90D0-A57C-5927-FE56-C85F92D73D67}"/>
          </ac:spMkLst>
        </pc:spChg>
        <pc:spChg chg="add mod">
          <ac:chgData name="Jian Huang" userId="S::jianhuang@umass.edu::cceb65c6-4fe9-43ae-8ac3-0c77a86496d4" providerId="AD" clId="Web-{DA776878-7F1C-8D8E-9744-62B1C2CCA407}" dt="2025-11-21T16:45:09.524" v="39" actId="20577"/>
          <ac:spMkLst>
            <pc:docMk/>
            <pc:sldMk cId="2252077802" sldId="269"/>
            <ac:spMk id="4" creationId="{F3060E70-1559-2D36-FC19-F4C8BB33120C}"/>
          </ac:spMkLst>
        </pc:spChg>
        <pc:picChg chg="add del mod">
          <ac:chgData name="Jian Huang" userId="S::jianhuang@umass.edu::cceb65c6-4fe9-43ae-8ac3-0c77a86496d4" providerId="AD" clId="Web-{DA776878-7F1C-8D8E-9744-62B1C2CCA407}" dt="2025-11-21T17:09:05.697" v="41"/>
          <ac:picMkLst>
            <pc:docMk/>
            <pc:sldMk cId="2252077802" sldId="269"/>
            <ac:picMk id="3" creationId="{77DD796C-C231-1B68-274B-D75CF43AB5E2}"/>
          </ac:picMkLst>
        </pc:picChg>
        <pc:picChg chg="add mod">
          <ac:chgData name="Jian Huang" userId="S::jianhuang@umass.edu::cceb65c6-4fe9-43ae-8ac3-0c77a86496d4" providerId="AD" clId="Web-{DA776878-7F1C-8D8E-9744-62B1C2CCA407}" dt="2025-11-21T17:09:28.854" v="43" actId="1076"/>
          <ac:picMkLst>
            <pc:docMk/>
            <pc:sldMk cId="2252077802" sldId="269"/>
            <ac:picMk id="5" creationId="{F7D68345-3A00-8E7B-6DBB-806185629368}"/>
          </ac:picMkLst>
        </pc:picChg>
        <pc:picChg chg="add mod">
          <ac:chgData name="Jian Huang" userId="S::jianhuang@umass.edu::cceb65c6-4fe9-43ae-8ac3-0c77a86496d4" providerId="AD" clId="Web-{DA776878-7F1C-8D8E-9744-62B1C2CCA407}" dt="2025-11-21T17:09:42.276" v="45" actId="1076"/>
          <ac:picMkLst>
            <pc:docMk/>
            <pc:sldMk cId="2252077802" sldId="269"/>
            <ac:picMk id="6" creationId="{708CB9FC-5196-A5ED-0AE6-DD7756F098BF}"/>
          </ac:picMkLst>
        </pc:picChg>
      </pc:sldChg>
    </pc:docChg>
  </pc:docChgLst>
  <pc:docChgLst>
    <pc:chgData name="Jian Huang" userId="S::jianhuang@umass.edu::cceb65c6-4fe9-43ae-8ac3-0c77a86496d4" providerId="AD" clId="Web-{F5836A57-2FEB-A19B-48D3-7F718E246859}"/>
    <pc:docChg chg="modSld">
      <pc:chgData name="Jian Huang" userId="S::jianhuang@umass.edu::cceb65c6-4fe9-43ae-8ac3-0c77a86496d4" providerId="AD" clId="Web-{F5836A57-2FEB-A19B-48D3-7F718E246859}" dt="2025-11-21T18:12:09.189" v="2" actId="20577"/>
      <pc:docMkLst>
        <pc:docMk/>
      </pc:docMkLst>
      <pc:sldChg chg="delSp modSp delAnim">
        <pc:chgData name="Jian Huang" userId="S::jianhuang@umass.edu::cceb65c6-4fe9-43ae-8ac3-0c77a86496d4" providerId="AD" clId="Web-{F5836A57-2FEB-A19B-48D3-7F718E246859}" dt="2025-11-21T18:12:09.189" v="2" actId="20577"/>
        <pc:sldMkLst>
          <pc:docMk/>
          <pc:sldMk cId="2176738189" sldId="266"/>
        </pc:sldMkLst>
        <pc:spChg chg="mod">
          <ac:chgData name="Jian Huang" userId="S::jianhuang@umass.edu::cceb65c6-4fe9-43ae-8ac3-0c77a86496d4" providerId="AD" clId="Web-{F5836A57-2FEB-A19B-48D3-7F718E246859}" dt="2025-11-21T18:12:09.189" v="2" actId="20577"/>
          <ac:spMkLst>
            <pc:docMk/>
            <pc:sldMk cId="2176738189" sldId="266"/>
            <ac:spMk id="36" creationId="{B9EF5EAC-EA9F-5BD0-3FFB-7E66207A5091}"/>
          </ac:spMkLst>
        </pc:spChg>
        <pc:spChg chg="del">
          <ac:chgData name="Jian Huang" userId="S::jianhuang@umass.edu::cceb65c6-4fe9-43ae-8ac3-0c77a86496d4" providerId="AD" clId="Web-{F5836A57-2FEB-A19B-48D3-7F718E246859}" dt="2025-11-21T18:12:06.174" v="0"/>
          <ac:spMkLst>
            <pc:docMk/>
            <pc:sldMk cId="2176738189" sldId="266"/>
            <ac:spMk id="39" creationId="{31041B0F-5462-5232-19B6-7F8A6631F8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9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515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84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88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3BE26-1603-9FFA-852C-2FB0C89D5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5463"/>
            <a:ext cx="9144000" cy="2387600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1" baseline="0">
                <a:solidFill>
                  <a:srgbClr val="881C1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30FC6C-021D-3345-2601-B32B82564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51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6977844-7730-EC41-812D-BD39E127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CEB14378-3970-0942-645A-F7449611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30CF73F-F8A8-D0E1-9455-08B34FB6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28BE3F-FDE8-F860-7874-7AB81E749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250" y="1253331"/>
            <a:ext cx="10877550" cy="4351338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52B26-0DA0-A528-C9AF-6E2F47AB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FC981F-794A-C12D-9DFC-924522E7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D4D45-CE9A-247E-8770-3221E1FD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标题占位符 8">
            <a:extLst>
              <a:ext uri="{FF2B5EF4-FFF2-40B4-BE49-F238E27FC236}">
                <a16:creationId xmlns:a16="http://schemas.microsoft.com/office/drawing/2014/main" id="{E14AF52A-6027-2954-26DD-DF88DDB1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91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0523D-6236-CC5D-1ADA-9C1667E9F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001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63100-FCED-82E8-2A78-ABDDC679C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2193925"/>
            <a:ext cx="5157787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F843F9-3C09-B685-4485-DACD1F1DB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37001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DA3D19-55BA-1FD9-E20D-B9C8F6C4A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2" y="2193925"/>
            <a:ext cx="5183188" cy="368458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l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EEB4C-E633-1E1C-105D-2ED7E761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C8E1CC-0082-431D-B1AE-E8272801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782B4-A00B-4FD6-72C7-A0F0B644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标题占位符 8">
            <a:extLst>
              <a:ext uri="{FF2B5EF4-FFF2-40B4-BE49-F238E27FC236}">
                <a16:creationId xmlns:a16="http://schemas.microsoft.com/office/drawing/2014/main" id="{B83ED8B0-7AB2-7B09-0305-13AD421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3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C4E53B-0CA2-E3C4-7CFD-2730C40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E54A7D-6C49-F75D-97D6-5C1BE5E58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5D48D-DC63-0579-A48B-42B4465D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标题占位符 8">
            <a:extLst>
              <a:ext uri="{FF2B5EF4-FFF2-40B4-BE49-F238E27FC236}">
                <a16:creationId xmlns:a16="http://schemas.microsoft.com/office/drawing/2014/main" id="{00EF0D21-563E-08C8-EB9C-FE633524D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 i="0" baseline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98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2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latin typeface="Arial Black" panose="020B0A040201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212" y="160293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8DAC40E-B322-41BE-E402-B0DAEF70D67D}"/>
              </a:ext>
            </a:extLst>
          </p:cNvPr>
          <p:cNvSpPr/>
          <p:nvPr userDrawn="1"/>
        </p:nvSpPr>
        <p:spPr>
          <a:xfrm>
            <a:off x="0" y="6114403"/>
            <a:ext cx="12192000" cy="756944"/>
          </a:xfrm>
          <a:prstGeom prst="rect">
            <a:avLst/>
          </a:prstGeom>
          <a:solidFill>
            <a:srgbClr val="881C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latin typeface="Arial Black" panose="020B0A04020102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E8D109-2004-FF4C-790F-FAEFF180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831" y="134694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DED2E-9D38-6687-1F01-A713283E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A3DE3-3028-B341-8A2F-7A9AE27F2E5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05ED2E-7726-7ADA-B38D-0FB16F4A8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B15601-C87F-7803-7A8C-724839C10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baseline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defRPr>
            </a:lvl1pPr>
          </a:lstStyle>
          <a:p>
            <a:fld id="{46EA8706-9E60-D249-A176-DA386F077F2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2375D5-89F6-D0CD-5766-EE0B132C5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4" y="6275309"/>
            <a:ext cx="435132" cy="43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7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7" r:id="rId2"/>
    <p:sldLayoutId id="2147483668" r:id="rId3"/>
    <p:sldLayoutId id="2147483669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bg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59B8-067C-AE47-FE7E-4D18082CD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ctr" anchorCtr="0"/>
          <a:lstStyle/>
          <a:p>
            <a:r>
              <a:rPr lang="en-US">
                <a:latin typeface="Arial"/>
                <a:cs typeface="Arial"/>
              </a:rPr>
              <a:t>Convolutional neural network (CNN) explained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B39A8-5C69-0147-49B5-A0F0A4984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Jian Huang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13A9C4DB-B068-572E-70CE-319ECA70A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2766" y="478617"/>
            <a:ext cx="5157787" cy="823912"/>
          </a:xfrm>
        </p:spPr>
        <p:txBody>
          <a:bodyPr>
            <a:normAutofit/>
          </a:bodyPr>
          <a:lstStyle/>
          <a:p>
            <a:r>
              <a:rPr lang="en-US" sz="1800">
                <a:latin typeface="Arial"/>
                <a:cs typeface="Arial"/>
              </a:rPr>
              <a:t>Multilayer perceptron</a:t>
            </a:r>
            <a:endParaRPr lang="en-US" sz="1800"/>
          </a:p>
        </p:txBody>
      </p:sp>
      <p:pic>
        <p:nvPicPr>
          <p:cNvPr id="4" name="Picture 3" descr="A diagram of a neural network&#10;&#10;AI-generated content may be incorrect.">
            <a:extLst>
              <a:ext uri="{FF2B5EF4-FFF2-40B4-BE49-F238E27FC236}">
                <a16:creationId xmlns:a16="http://schemas.microsoft.com/office/drawing/2014/main" id="{F40E3FFF-7E6B-8CAC-5E7E-275D72327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80" y="1489434"/>
            <a:ext cx="4634699" cy="3684588"/>
          </a:xfrm>
          <a:prstGeom prst="rect">
            <a:avLst/>
          </a:prstGeo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83C432-C8C2-99E6-459C-2E22E3C83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499744" y="478617"/>
            <a:ext cx="1344434" cy="823912"/>
          </a:xfrm>
        </p:spPr>
        <p:txBody>
          <a:bodyPr>
            <a:normAutofit/>
          </a:bodyPr>
          <a:lstStyle/>
          <a:p>
            <a:r>
              <a:rPr lang="en-US" sz="1800">
                <a:latin typeface="Arial"/>
                <a:cs typeface="Arial"/>
              </a:rPr>
              <a:t>CNN</a:t>
            </a:r>
            <a:endParaRPr lang="en-US"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EC5E30-4606-AEC2-8CF5-36C2D974E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480" y="1491010"/>
            <a:ext cx="5183188" cy="261751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7B46BC-F3A9-218D-BC1A-227E6FEA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96"/>
            <a:ext cx="10515600" cy="558257"/>
          </a:xfrm>
        </p:spPr>
        <p:txBody>
          <a:bodyPr anchor="ctr">
            <a:normAutofit/>
          </a:bodyPr>
          <a:lstStyle/>
          <a:p>
            <a:r>
              <a:rPr lang="en-US"/>
              <a:t>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FA904-AB9F-C14D-CD5F-3D77A1E59798}"/>
              </a:ext>
            </a:extLst>
          </p:cNvPr>
          <p:cNvSpPr txBox="1"/>
          <p:nvPr/>
        </p:nvSpPr>
        <p:spPr>
          <a:xfrm>
            <a:off x="0" y="6390736"/>
            <a:ext cx="753373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Pérez-Enciso, M. &amp; Zingaretti, L. M. </a:t>
            </a:r>
            <a:r>
              <a:rPr lang="en-US" sz="1200" i="1"/>
              <a:t>Genes</a:t>
            </a:r>
            <a:r>
              <a:rPr lang="en-US" sz="1200"/>
              <a:t> </a:t>
            </a:r>
            <a:r>
              <a:rPr lang="en-US" sz="1200" b="1"/>
              <a:t>10</a:t>
            </a:r>
            <a:r>
              <a:rPr lang="en-US" sz="1200"/>
              <a:t>, 553 (2019).</a:t>
            </a:r>
          </a:p>
          <a:p>
            <a:r>
              <a:rPr lang="en-US" sz="1200">
                <a:ea typeface="+mn-lt"/>
                <a:cs typeface="+mn-lt"/>
              </a:rPr>
              <a:t>https://medium.com/@draj0718/convolutional-neural-networks-cnn-architectures-explained-716fb197b243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064BE-17B0-23E3-21CF-E3CA84592AC7}"/>
              </a:ext>
            </a:extLst>
          </p:cNvPr>
          <p:cNvSpPr txBox="1"/>
          <p:nvPr/>
        </p:nvSpPr>
        <p:spPr>
          <a:xfrm>
            <a:off x="7634029" y="4201369"/>
            <a:ext cx="27432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600">
                <a:solidFill>
                  <a:srgbClr val="4472C4"/>
                </a:solidFill>
                <a:cs typeface="Arial" panose="020B0604020202020204"/>
              </a:rPr>
              <a:t>Convolution layer</a:t>
            </a:r>
          </a:p>
          <a:p>
            <a:pPr marL="342900" indent="-342900">
              <a:buAutoNum type="arabicPeriod"/>
            </a:pPr>
            <a:r>
              <a:rPr lang="en-US" sz="1600">
                <a:solidFill>
                  <a:srgbClr val="4472C4"/>
                </a:solidFill>
                <a:cs typeface="Arial" panose="020B0604020202020204"/>
              </a:rPr>
              <a:t>Max-Pooling</a:t>
            </a:r>
          </a:p>
          <a:p>
            <a:pPr marL="342900" indent="-342900">
              <a:buAutoNum type="arabicPeriod"/>
            </a:pPr>
            <a:r>
              <a:rPr lang="en-US" sz="1600">
                <a:cs typeface="Arial" panose="020B0604020202020204"/>
              </a:rPr>
              <a:t>Fully connected</a:t>
            </a:r>
          </a:p>
          <a:p>
            <a:pPr marL="342900" indent="-342900">
              <a:buAutoNum type="arabicPeriod"/>
            </a:pPr>
            <a:r>
              <a:rPr lang="en-US" sz="1600" err="1">
                <a:cs typeface="Arial" panose="020B0604020202020204"/>
              </a:rPr>
              <a:t>Softmax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2AF1AD-6754-5C4B-2AB9-E618505CC2C2}"/>
              </a:ext>
            </a:extLst>
          </p:cNvPr>
          <p:cNvSpPr txBox="1"/>
          <p:nvPr/>
        </p:nvSpPr>
        <p:spPr>
          <a:xfrm>
            <a:off x="1007327" y="5353593"/>
            <a:ext cx="1019067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600">
                <a:cs typeface="Arial"/>
              </a:rPr>
              <a:t>What to expect for input? </a:t>
            </a:r>
            <a:r>
              <a:rPr lang="en-US" sz="1600">
                <a:solidFill>
                  <a:schemeClr val="accent2"/>
                </a:solidFill>
                <a:cs typeface="Arial"/>
              </a:rPr>
              <a:t>Volume data: width * height * depth</a:t>
            </a:r>
            <a:r>
              <a:rPr lang="en-US" sz="1600">
                <a:cs typeface="Arial"/>
              </a:rPr>
              <a:t> (depth=</a:t>
            </a:r>
            <a:r>
              <a:rPr lang="en-US" sz="1600">
                <a:solidFill>
                  <a:schemeClr val="accent2"/>
                </a:solidFill>
                <a:cs typeface="Arial"/>
              </a:rPr>
              <a:t>channels</a:t>
            </a:r>
            <a:r>
              <a:rPr lang="en-US" sz="1600">
                <a:cs typeface="Arial"/>
              </a:rPr>
              <a:t>)</a:t>
            </a:r>
            <a:endParaRPr lang="en-US" sz="1600"/>
          </a:p>
          <a:p>
            <a:pPr marL="342900" indent="-342900">
              <a:buAutoNum type="arabicPeriod"/>
            </a:pPr>
            <a:r>
              <a:rPr lang="en-US" sz="1600">
                <a:cs typeface="Arial"/>
              </a:rPr>
              <a:t>What to expect for output? </a:t>
            </a:r>
          </a:p>
          <a:p>
            <a:pPr marL="342900" indent="-342900">
              <a:buAutoNum type="arabicPeriod"/>
            </a:pPr>
            <a:r>
              <a:rPr lang="en-US" sz="1600">
                <a:cs typeface="Arial"/>
              </a:rPr>
              <a:t>Why can those tricks help us with image-like data? [Filter/stride/padding; parameter sharing; max-pooling]</a:t>
            </a:r>
          </a:p>
        </p:txBody>
      </p:sp>
    </p:spTree>
    <p:extLst>
      <p:ext uri="{BB962C8B-B14F-4D97-AF65-F5344CB8AC3E}">
        <p14:creationId xmlns:p14="http://schemas.microsoft.com/office/powerpoint/2010/main" val="258330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7FC6-8E36-AD86-B49E-EBE3530E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"Volume"-like input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5EE757-0BE0-1F92-C0A5-F0BEFEAF9A1B}"/>
              </a:ext>
            </a:extLst>
          </p:cNvPr>
          <p:cNvSpPr txBox="1"/>
          <p:nvPr/>
        </p:nvSpPr>
        <p:spPr>
          <a:xfrm>
            <a:off x="675365" y="740779"/>
            <a:ext cx="89238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Understand input: data with localized "patterns" (images, speeches, sentences...)</a:t>
            </a:r>
          </a:p>
        </p:txBody>
      </p:sp>
      <p:pic>
        <p:nvPicPr>
          <p:cNvPr id="6" name="Picture 5" descr="A collage of birds on a branch&#10;&#10;AI-generated content may be incorrect.">
            <a:extLst>
              <a:ext uri="{FF2B5EF4-FFF2-40B4-BE49-F238E27FC236}">
                <a16:creationId xmlns:a16="http://schemas.microsoft.com/office/drawing/2014/main" id="{40CEEAE5-8B48-4257-9BF7-1D98918BA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73" y="1221268"/>
            <a:ext cx="10752668" cy="16314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3DE339-8112-2C9B-9207-0940F3388CB3}"/>
              </a:ext>
            </a:extLst>
          </p:cNvPr>
          <p:cNvSpPr/>
          <p:nvPr/>
        </p:nvSpPr>
        <p:spPr>
          <a:xfrm>
            <a:off x="3351814" y="1196784"/>
            <a:ext cx="8066866" cy="17134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319005-AF10-FAAA-EBCF-67A315BF6BB2}"/>
              </a:ext>
            </a:extLst>
          </p:cNvPr>
          <p:cNvSpPr txBox="1"/>
          <p:nvPr/>
        </p:nvSpPr>
        <p:spPr>
          <a:xfrm>
            <a:off x="832556" y="6166556"/>
            <a:ext cx="103434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https://media.geeksforgeeks.org/wp-content/uploads/Pixel.jpg</a:t>
            </a: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F4A42C-1055-6CBE-5D3F-D0CBAF0F4821}"/>
              </a:ext>
            </a:extLst>
          </p:cNvPr>
          <p:cNvGrpSpPr/>
          <p:nvPr/>
        </p:nvGrpSpPr>
        <p:grpSpPr>
          <a:xfrm>
            <a:off x="3595511" y="2856451"/>
            <a:ext cx="6293714" cy="3192629"/>
            <a:chOff x="3595511" y="2870562"/>
            <a:chExt cx="6293714" cy="3192629"/>
          </a:xfrm>
        </p:grpSpPr>
        <p:pic>
          <p:nvPicPr>
            <p:cNvPr id="10" name="Picture 9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4C118654-0113-B31C-2FB6-7C95A6258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5511" y="3348919"/>
              <a:ext cx="4930422" cy="271427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4EE73D-3510-174E-5AD8-301D17510AAD}"/>
                </a:ext>
              </a:extLst>
            </p:cNvPr>
            <p:cNvSpPr txBox="1"/>
            <p:nvPr/>
          </p:nvSpPr>
          <p:spPr>
            <a:xfrm>
              <a:off x="5706691" y="2870562"/>
              <a:ext cx="89464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b="1">
                  <a:solidFill>
                    <a:srgbClr val="ED7D31"/>
                  </a:solidFill>
                  <a:cs typeface="Arial"/>
                </a:rPr>
                <a:t>W</a:t>
              </a:r>
              <a:r>
                <a:rPr lang="en-US">
                  <a:solidFill>
                    <a:srgbClr val="ED7D31"/>
                  </a:solidFill>
                  <a:cs typeface="Arial"/>
                </a:rPr>
                <a:t>idth</a:t>
              </a:r>
              <a:endParaRPr lang="en-US">
                <a:solidFill>
                  <a:srgbClr val="ED7D3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BD731E-E782-5D7A-5722-4DD634AB2264}"/>
                </a:ext>
              </a:extLst>
            </p:cNvPr>
            <p:cNvSpPr txBox="1"/>
            <p:nvPr/>
          </p:nvSpPr>
          <p:spPr>
            <a:xfrm>
              <a:off x="7541136" y="3858339"/>
              <a:ext cx="89464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b="1">
                  <a:solidFill>
                    <a:srgbClr val="ED7D31"/>
                  </a:solidFill>
                  <a:cs typeface="Arial"/>
                </a:rPr>
                <a:t>H</a:t>
              </a:r>
              <a:r>
                <a:rPr lang="en-US">
                  <a:solidFill>
                    <a:srgbClr val="ED7D31"/>
                  </a:solidFill>
                  <a:cs typeface="Arial"/>
                </a:rPr>
                <a:t>eight</a:t>
              </a:r>
              <a:endParaRPr lang="en-US">
                <a:solidFill>
                  <a:srgbClr val="ED7D3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8493F6-E7FC-EE6A-CB56-209921EB34B0}"/>
                </a:ext>
              </a:extLst>
            </p:cNvPr>
            <p:cNvSpPr txBox="1"/>
            <p:nvPr/>
          </p:nvSpPr>
          <p:spPr>
            <a:xfrm>
              <a:off x="7188359" y="5142450"/>
              <a:ext cx="270086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solidFill>
                    <a:srgbClr val="ED7D31"/>
                  </a:solidFill>
                  <a:cs typeface="Arial"/>
                </a:rPr>
                <a:t>D</a:t>
              </a:r>
              <a:r>
                <a:rPr lang="en-US">
                  <a:solidFill>
                    <a:srgbClr val="ED7D31"/>
                  </a:solidFill>
                  <a:cs typeface="Arial"/>
                </a:rPr>
                <a:t>epth (channels)</a:t>
              </a:r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9C2022A8-F2A7-0F53-8DD0-D4FC661DA6CA}"/>
                </a:ext>
              </a:extLst>
            </p:cNvPr>
            <p:cNvSpPr/>
            <p:nvPr/>
          </p:nvSpPr>
          <p:spPr>
            <a:xfrm rot="16200000">
              <a:off x="5983223" y="2128775"/>
              <a:ext cx="246611" cy="2310312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1E81DACC-3BF0-5976-838A-DBDC1429C0A5}"/>
                </a:ext>
              </a:extLst>
            </p:cNvPr>
            <p:cNvSpPr/>
            <p:nvPr/>
          </p:nvSpPr>
          <p:spPr>
            <a:xfrm>
              <a:off x="7394334" y="3511663"/>
              <a:ext cx="218389" cy="1096757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DD378391-C41B-ACD8-08C1-5303D7CD4E25}"/>
                </a:ext>
              </a:extLst>
            </p:cNvPr>
            <p:cNvSpPr/>
            <p:nvPr/>
          </p:nvSpPr>
          <p:spPr>
            <a:xfrm rot="2340000">
              <a:off x="7081508" y="4673807"/>
              <a:ext cx="204278" cy="885091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76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721819A-8CA0-1750-108D-074C2AA77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58" y="3824994"/>
            <a:ext cx="10090151" cy="194557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AC3B0F-585A-322B-225A-8376474B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The "convolution" operation</a:t>
            </a:r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F0B86B-4939-02F6-7E7C-A334B668F201}"/>
              </a:ext>
            </a:extLst>
          </p:cNvPr>
          <p:cNvGrpSpPr/>
          <p:nvPr/>
        </p:nvGrpSpPr>
        <p:grpSpPr>
          <a:xfrm>
            <a:off x="251177" y="739784"/>
            <a:ext cx="3796048" cy="1936741"/>
            <a:chOff x="3595511" y="2870562"/>
            <a:chExt cx="6293714" cy="3192629"/>
          </a:xfrm>
        </p:grpSpPr>
        <p:pic>
          <p:nvPicPr>
            <p:cNvPr id="15" name="Picture 14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EFD88DE7-D997-5DF9-94EA-CAAC5D3F9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5511" y="3348919"/>
              <a:ext cx="4930422" cy="271427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0E8C0-19EB-C36A-D56D-1D3401BED543}"/>
                </a:ext>
              </a:extLst>
            </p:cNvPr>
            <p:cNvSpPr txBox="1"/>
            <p:nvPr/>
          </p:nvSpPr>
          <p:spPr>
            <a:xfrm>
              <a:off x="5706690" y="2870562"/>
              <a:ext cx="1456141" cy="4566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b="1">
                  <a:solidFill>
                    <a:srgbClr val="ED7D31"/>
                  </a:solidFill>
                  <a:cs typeface="Arial"/>
                </a:rPr>
                <a:t>W</a:t>
              </a:r>
              <a:r>
                <a:rPr lang="en-US" sz="1200">
                  <a:solidFill>
                    <a:srgbClr val="ED7D31"/>
                  </a:solidFill>
                  <a:cs typeface="Arial"/>
                </a:rPr>
                <a:t>idth</a:t>
              </a:r>
              <a:endParaRPr lang="en-US" sz="1200">
                <a:solidFill>
                  <a:srgbClr val="ED7D3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B8156C-8636-EF51-DA2A-A2FC8DB1C235}"/>
                </a:ext>
              </a:extLst>
            </p:cNvPr>
            <p:cNvSpPr txBox="1"/>
            <p:nvPr/>
          </p:nvSpPr>
          <p:spPr>
            <a:xfrm>
              <a:off x="7541136" y="3858339"/>
              <a:ext cx="1573120" cy="4566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b="1">
                  <a:solidFill>
                    <a:srgbClr val="ED7D31"/>
                  </a:solidFill>
                  <a:cs typeface="Arial"/>
                </a:rPr>
                <a:t>H</a:t>
              </a:r>
              <a:r>
                <a:rPr lang="en-US" sz="1200">
                  <a:solidFill>
                    <a:srgbClr val="ED7D31"/>
                  </a:solidFill>
                  <a:cs typeface="Arial"/>
                </a:rPr>
                <a:t>eight</a:t>
              </a:r>
              <a:endParaRPr lang="en-US" sz="1200">
                <a:solidFill>
                  <a:srgbClr val="ED7D3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3605B0-6FB6-5BDE-9AE2-F1691DE085ED}"/>
                </a:ext>
              </a:extLst>
            </p:cNvPr>
            <p:cNvSpPr txBox="1"/>
            <p:nvPr/>
          </p:nvSpPr>
          <p:spPr>
            <a:xfrm>
              <a:off x="7188359" y="5142450"/>
              <a:ext cx="2700866" cy="4566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ED7D31"/>
                  </a:solidFill>
                  <a:cs typeface="Arial"/>
                </a:rPr>
                <a:t>D</a:t>
              </a:r>
              <a:r>
                <a:rPr lang="en-US" sz="1200">
                  <a:solidFill>
                    <a:srgbClr val="ED7D31"/>
                  </a:solidFill>
                  <a:cs typeface="Arial"/>
                </a:rPr>
                <a:t>epth (channels)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2C3C966B-5882-D9A5-AFCC-CF23849D31A1}"/>
                </a:ext>
              </a:extLst>
            </p:cNvPr>
            <p:cNvSpPr/>
            <p:nvPr/>
          </p:nvSpPr>
          <p:spPr>
            <a:xfrm rot="16200000">
              <a:off x="5983223" y="2128775"/>
              <a:ext cx="246611" cy="2310312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D1E0B393-8E60-125E-24F0-53EFD4CCE1AE}"/>
                </a:ext>
              </a:extLst>
            </p:cNvPr>
            <p:cNvSpPr/>
            <p:nvPr/>
          </p:nvSpPr>
          <p:spPr>
            <a:xfrm>
              <a:off x="7394334" y="3511663"/>
              <a:ext cx="218389" cy="1096757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BF28E605-C5C7-D983-ECBC-0AE7D33AF639}"/>
                </a:ext>
              </a:extLst>
            </p:cNvPr>
            <p:cNvSpPr/>
            <p:nvPr/>
          </p:nvSpPr>
          <p:spPr>
            <a:xfrm rot="2340000">
              <a:off x="7081508" y="4673807"/>
              <a:ext cx="204278" cy="885091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D11ABB6-5B9D-63EA-1825-BA9FA2129A97}"/>
              </a:ext>
            </a:extLst>
          </p:cNvPr>
          <p:cNvSpPr txBox="1"/>
          <p:nvPr/>
        </p:nvSpPr>
        <p:spPr>
          <a:xfrm>
            <a:off x="4461763" y="737084"/>
            <a:ext cx="26020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 panose="020B0604020202020204"/>
              </a:rPr>
              <a:t>look at one channel first</a:t>
            </a:r>
          </a:p>
        </p:txBody>
      </p:sp>
      <p:pic>
        <p:nvPicPr>
          <p:cNvPr id="24" name="Picture 23" descr="A red and white squares with numbers&#10;&#10;AI-generated content may be incorrect.">
            <a:extLst>
              <a:ext uri="{FF2B5EF4-FFF2-40B4-BE49-F238E27FC236}">
                <a16:creationId xmlns:a16="http://schemas.microsoft.com/office/drawing/2014/main" id="{5939280E-D9D0-C63A-8361-0B3D943C6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563" y="776111"/>
            <a:ext cx="2983543" cy="2511779"/>
          </a:xfrm>
          <a:prstGeom prst="rect">
            <a:avLst/>
          </a:prstGeom>
        </p:spPr>
      </p:pic>
      <p:pic>
        <p:nvPicPr>
          <p:cNvPr id="25" name="Picture 24" descr="A group of birds on a branch&#10;&#10;AI-generated content may be incorrect.">
            <a:extLst>
              <a:ext uri="{FF2B5EF4-FFF2-40B4-BE49-F238E27FC236}">
                <a16:creationId xmlns:a16="http://schemas.microsoft.com/office/drawing/2014/main" id="{B666E503-3B28-688B-EEBE-6DDB3FBFC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560" y="1217437"/>
            <a:ext cx="2162881" cy="1403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CBE8F37-20F0-01EB-661C-58CFA10F631F}"/>
              </a:ext>
            </a:extLst>
          </p:cNvPr>
          <p:cNvSpPr txBox="1"/>
          <p:nvPr/>
        </p:nvSpPr>
        <p:spPr>
          <a:xfrm>
            <a:off x="4668899" y="2706710"/>
            <a:ext cx="220697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cs typeface="Arial"/>
              </a:rPr>
              <a:t>W=168; H=299</a:t>
            </a:r>
          </a:p>
          <a:p>
            <a:pPr algn="ctr"/>
            <a:r>
              <a:rPr lang="en-US" sz="1400">
                <a:cs typeface="Arial"/>
              </a:rPr>
              <a:t>Value range: [0, 255]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DA456C-25C1-4F99-8C24-D3CD4228A41C}"/>
              </a:ext>
            </a:extLst>
          </p:cNvPr>
          <p:cNvSpPr txBox="1"/>
          <p:nvPr/>
        </p:nvSpPr>
        <p:spPr>
          <a:xfrm>
            <a:off x="6363638" y="5464639"/>
            <a:ext cx="3293533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ED7D31"/>
                </a:solidFill>
                <a:cs typeface="Arial"/>
              </a:rPr>
              <a:t>(Kernel/Receptive field)</a:t>
            </a:r>
            <a:endParaRPr lang="en-US" sz="1400">
              <a:solidFill>
                <a:srgbClr val="ED7D3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5B1F7-ABA7-DF40-612A-B1C1A48FFA9F}"/>
              </a:ext>
            </a:extLst>
          </p:cNvPr>
          <p:cNvSpPr txBox="1"/>
          <p:nvPr/>
        </p:nvSpPr>
        <p:spPr>
          <a:xfrm>
            <a:off x="968077" y="3427616"/>
            <a:ext cx="3476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ED7D31"/>
                </a:solidFill>
                <a:cs typeface="Arial"/>
              </a:rPr>
              <a:t>Filter &amp; the first convolution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935CC6-BD4C-0C58-AE87-442C3DFBD012}"/>
              </a:ext>
            </a:extLst>
          </p:cNvPr>
          <p:cNvSpPr txBox="1"/>
          <p:nvPr/>
        </p:nvSpPr>
        <p:spPr>
          <a:xfrm>
            <a:off x="6875415" y="3965437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F = 3*3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D9FE41-58E9-3289-7DD8-080BE9933546}"/>
              </a:ext>
            </a:extLst>
          </p:cNvPr>
          <p:cNvSpPr txBox="1"/>
          <p:nvPr/>
        </p:nvSpPr>
        <p:spPr>
          <a:xfrm>
            <a:off x="7061890" y="3447649"/>
            <a:ext cx="301503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Why are we using FILTER?</a:t>
            </a:r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AF97A3-3E04-92FA-EC97-88EDA1F1DA6A}"/>
              </a:ext>
            </a:extLst>
          </p:cNvPr>
          <p:cNvGrpSpPr/>
          <p:nvPr/>
        </p:nvGrpSpPr>
        <p:grpSpPr>
          <a:xfrm>
            <a:off x="9378382" y="4051551"/>
            <a:ext cx="2162881" cy="1403351"/>
            <a:chOff x="10027493" y="1662"/>
            <a:chExt cx="2162881" cy="1403351"/>
          </a:xfrm>
        </p:grpSpPr>
        <p:pic>
          <p:nvPicPr>
            <p:cNvPr id="12" name="Picture 11" descr="A group of birds on a branch&#10;&#10;AI-generated content may be incorrect.">
              <a:extLst>
                <a:ext uri="{FF2B5EF4-FFF2-40B4-BE49-F238E27FC236}">
                  <a16:creationId xmlns:a16="http://schemas.microsoft.com/office/drawing/2014/main" id="{7C522E7F-C0C9-71CF-437E-59828550C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27493" y="1662"/>
              <a:ext cx="2162881" cy="1403351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A4B5E6A-6988-39B8-110D-EB6089B52F22}"/>
                </a:ext>
              </a:extLst>
            </p:cNvPr>
            <p:cNvSpPr/>
            <p:nvPr/>
          </p:nvSpPr>
          <p:spPr>
            <a:xfrm>
              <a:off x="10530069" y="568079"/>
              <a:ext cx="163088" cy="10987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FDAA2E-D86A-1B20-63FD-A5A53E48053A}"/>
                </a:ext>
              </a:extLst>
            </p:cNvPr>
            <p:cNvSpPr/>
            <p:nvPr/>
          </p:nvSpPr>
          <p:spPr>
            <a:xfrm>
              <a:off x="10409752" y="866003"/>
              <a:ext cx="163088" cy="293209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035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7" grpId="0"/>
      <p:bldP spid="7" grpId="0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9802-A102-F29A-0DC7-245139F29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B1ABBD0-00CA-295E-176E-B48DA3B35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16" y="3654180"/>
            <a:ext cx="10089662" cy="204079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8153D1C-FFC3-D90D-24DA-668A80A3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534"/>
            <a:ext cx="10515600" cy="558257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The "convolution" operation</a:t>
            </a:r>
            <a:endParaRPr lang="en-US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14864-22AA-6073-0D78-44B0833D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36" y="1186216"/>
            <a:ext cx="10090151" cy="19455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F69534-0E0F-130E-61E8-2A069388F99C}"/>
              </a:ext>
            </a:extLst>
          </p:cNvPr>
          <p:cNvSpPr txBox="1"/>
          <p:nvPr/>
        </p:nvSpPr>
        <p:spPr>
          <a:xfrm>
            <a:off x="6208416" y="2825861"/>
            <a:ext cx="3293533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ED7D31"/>
                </a:solidFill>
                <a:cs typeface="Arial"/>
              </a:rPr>
              <a:t>(Kernel/Receptive field)</a:t>
            </a:r>
            <a:endParaRPr lang="en-US" sz="1400">
              <a:solidFill>
                <a:srgbClr val="ED7D3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4309AD-DF42-D218-A877-BDE6C70ACBA7}"/>
              </a:ext>
            </a:extLst>
          </p:cNvPr>
          <p:cNvSpPr txBox="1"/>
          <p:nvPr/>
        </p:nvSpPr>
        <p:spPr>
          <a:xfrm>
            <a:off x="812855" y="788838"/>
            <a:ext cx="3476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ED7D31"/>
                </a:solidFill>
                <a:cs typeface="Arial"/>
              </a:rPr>
              <a:t>Filter &amp; the first convolution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152068-5CD4-D32E-AA50-E83CDD813212}"/>
              </a:ext>
            </a:extLst>
          </p:cNvPr>
          <p:cNvSpPr txBox="1"/>
          <p:nvPr/>
        </p:nvSpPr>
        <p:spPr>
          <a:xfrm>
            <a:off x="832392" y="3279991"/>
            <a:ext cx="86644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ED7D31"/>
                </a:solidFill>
                <a:cs typeface="Arial"/>
              </a:rPr>
              <a:t>Sweep the filter on the width-height dimension with </a:t>
            </a:r>
            <a:r>
              <a:rPr lang="en-US" b="1">
                <a:solidFill>
                  <a:srgbClr val="FF0000"/>
                </a:solidFill>
                <a:cs typeface="Arial"/>
              </a:rPr>
              <a:t>Stride</a:t>
            </a:r>
            <a:r>
              <a:rPr lang="en-US" b="1">
                <a:solidFill>
                  <a:srgbClr val="ED7D31"/>
                </a:solidFill>
                <a:cs typeface="Arial"/>
              </a:rPr>
              <a:t>=1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B07B1-F65C-8D52-3AE2-CFEEB4D19346}"/>
              </a:ext>
            </a:extLst>
          </p:cNvPr>
          <p:cNvSpPr txBox="1"/>
          <p:nvPr/>
        </p:nvSpPr>
        <p:spPr>
          <a:xfrm>
            <a:off x="8450356" y="5698053"/>
            <a:ext cx="36945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D = (W – F)/S + 1 = 6 – 3 + 1 = 4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EBFF90-AFC5-7D45-D9D8-9E4C5A406D90}"/>
              </a:ext>
            </a:extLst>
          </p:cNvPr>
          <p:cNvSpPr txBox="1"/>
          <p:nvPr/>
        </p:nvSpPr>
        <p:spPr>
          <a:xfrm>
            <a:off x="7849298" y="3278283"/>
            <a:ext cx="36770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Why are we sharing parameters?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2DE862-6C82-A60A-BD3A-EDE6263A8D54}"/>
              </a:ext>
            </a:extLst>
          </p:cNvPr>
          <p:cNvGrpSpPr/>
          <p:nvPr/>
        </p:nvGrpSpPr>
        <p:grpSpPr>
          <a:xfrm>
            <a:off x="8934814" y="3969813"/>
            <a:ext cx="2162881" cy="1403351"/>
            <a:chOff x="10027493" y="1662"/>
            <a:chExt cx="2162881" cy="1403351"/>
          </a:xfrm>
        </p:grpSpPr>
        <p:pic>
          <p:nvPicPr>
            <p:cNvPr id="18" name="Picture 17" descr="A group of birds on a branch&#10;&#10;AI-generated content may be incorrect.">
              <a:extLst>
                <a:ext uri="{FF2B5EF4-FFF2-40B4-BE49-F238E27FC236}">
                  <a16:creationId xmlns:a16="http://schemas.microsoft.com/office/drawing/2014/main" id="{AA9FFDF4-8450-30AB-1320-AB42A0D8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27493" y="1662"/>
              <a:ext cx="2162881" cy="1403351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166E1D-E7AD-49AB-9366-E3E6E2ECA017}"/>
                </a:ext>
              </a:extLst>
            </p:cNvPr>
            <p:cNvSpPr/>
            <p:nvPr/>
          </p:nvSpPr>
          <p:spPr>
            <a:xfrm>
              <a:off x="10530069" y="568079"/>
              <a:ext cx="163088" cy="10987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9B57DA0-B249-A009-4581-46E59CE84C11}"/>
                </a:ext>
              </a:extLst>
            </p:cNvPr>
            <p:cNvSpPr/>
            <p:nvPr/>
          </p:nvSpPr>
          <p:spPr>
            <a:xfrm>
              <a:off x="10713407" y="510786"/>
              <a:ext cx="163088" cy="10987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F09DE3-625E-B98A-07F8-BC2F6D3ACA67}"/>
                </a:ext>
              </a:extLst>
            </p:cNvPr>
            <p:cNvSpPr/>
            <p:nvPr/>
          </p:nvSpPr>
          <p:spPr>
            <a:xfrm>
              <a:off x="10896745" y="516515"/>
              <a:ext cx="163088" cy="10987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5F1EBB1-E149-2EA9-1403-06C1C5375F8E}"/>
                </a:ext>
              </a:extLst>
            </p:cNvPr>
            <p:cNvSpPr/>
            <p:nvPr/>
          </p:nvSpPr>
          <p:spPr>
            <a:xfrm>
              <a:off x="11418114" y="453492"/>
              <a:ext cx="163088" cy="10987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E645A82-D259-1973-3347-F7107F3212CC}"/>
                </a:ext>
              </a:extLst>
            </p:cNvPr>
            <p:cNvSpPr/>
            <p:nvPr/>
          </p:nvSpPr>
          <p:spPr>
            <a:xfrm>
              <a:off x="11693121" y="522244"/>
              <a:ext cx="163088" cy="10987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001DE03-9AB3-2711-4032-846C74258D07}"/>
                </a:ext>
              </a:extLst>
            </p:cNvPr>
            <p:cNvSpPr/>
            <p:nvPr/>
          </p:nvSpPr>
          <p:spPr>
            <a:xfrm>
              <a:off x="11819166" y="631101"/>
              <a:ext cx="163088" cy="10987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4E04970-C89D-5634-AA3E-7AC201347A24}"/>
                </a:ext>
              </a:extLst>
            </p:cNvPr>
            <p:cNvSpPr/>
            <p:nvPr/>
          </p:nvSpPr>
          <p:spPr>
            <a:xfrm>
              <a:off x="10140474" y="974860"/>
              <a:ext cx="163088" cy="293209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FC7D888-2F85-D6FA-09F0-B7FCFF920F59}"/>
                </a:ext>
              </a:extLst>
            </p:cNvPr>
            <p:cNvSpPr/>
            <p:nvPr/>
          </p:nvSpPr>
          <p:spPr>
            <a:xfrm>
              <a:off x="10409752" y="866003"/>
              <a:ext cx="163088" cy="293209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DDF9ADA-F2F9-BF58-9710-0E66AA9A1E2C}"/>
                </a:ext>
              </a:extLst>
            </p:cNvPr>
            <p:cNvSpPr/>
            <p:nvPr/>
          </p:nvSpPr>
          <p:spPr>
            <a:xfrm>
              <a:off x="10946589" y="894649"/>
              <a:ext cx="163088" cy="293209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52E246D-784F-BD39-9017-967D1D1AECAA}"/>
                </a:ext>
              </a:extLst>
            </p:cNvPr>
            <p:cNvSpPr/>
            <p:nvPr/>
          </p:nvSpPr>
          <p:spPr>
            <a:xfrm>
              <a:off x="11271442" y="974859"/>
              <a:ext cx="163088" cy="293209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09755C1-DCB2-C968-D082-22058A1FDD4F}"/>
                </a:ext>
              </a:extLst>
            </p:cNvPr>
            <p:cNvSpPr/>
            <p:nvPr/>
          </p:nvSpPr>
          <p:spPr>
            <a:xfrm>
              <a:off x="11528115" y="1010954"/>
              <a:ext cx="163088" cy="293209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234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DD1C-104F-AD04-84D5-781857C3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07BFD9-05D0-8781-4C1F-7D7D360F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Padding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F55A1-7321-FB5B-93E1-9CE8002BD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58" y="847549"/>
            <a:ext cx="10090151" cy="1945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9BF8D-7F3B-2861-60C3-2D1E53230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578"/>
          <a:stretch>
            <a:fillRect/>
          </a:stretch>
        </p:blipFill>
        <p:spPr>
          <a:xfrm>
            <a:off x="4053017" y="2996791"/>
            <a:ext cx="2883427" cy="2727109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7EECD11-FF5A-4080-BD57-DE533BF40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0200"/>
              </p:ext>
            </p:extLst>
          </p:nvPr>
        </p:nvGraphicFramePr>
        <p:xfrm>
          <a:off x="3668051" y="3429818"/>
          <a:ext cx="432757" cy="2136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757">
                  <a:extLst>
                    <a:ext uri="{9D8B030D-6E8A-4147-A177-3AD203B41FA5}">
                      <a16:colId xmlns:a16="http://schemas.microsoft.com/office/drawing/2014/main" val="3994766007"/>
                    </a:ext>
                  </a:extLst>
                </a:gridCol>
              </a:tblGrid>
              <a:tr h="3560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US" b="1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152932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22679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767808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139555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841457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1469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0A80D10-DB66-42A4-8830-C3706EC04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549594"/>
              </p:ext>
            </p:extLst>
          </p:nvPr>
        </p:nvGraphicFramePr>
        <p:xfrm>
          <a:off x="6919251" y="3429817"/>
          <a:ext cx="432757" cy="2136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757">
                  <a:extLst>
                    <a:ext uri="{9D8B030D-6E8A-4147-A177-3AD203B41FA5}">
                      <a16:colId xmlns:a16="http://schemas.microsoft.com/office/drawing/2014/main" val="3994766007"/>
                    </a:ext>
                  </a:extLst>
                </a:gridCol>
              </a:tblGrid>
              <a:tr h="3560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US" b="1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152932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22679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767808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139555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841457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1469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C146A14-FA6F-6A97-192D-E6ACF6FF9B85}"/>
              </a:ext>
            </a:extLst>
          </p:cNvPr>
          <p:cNvSpPr txBox="1"/>
          <p:nvPr/>
        </p:nvSpPr>
        <p:spPr>
          <a:xfrm>
            <a:off x="3252735" y="5641775"/>
            <a:ext cx="4902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D = (W – F + 2P)/S + 1 = (6 – 3 + 2)/1 + 1 = 6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4BEA5C-EBF5-13D6-BA9F-F67153DF2295}"/>
              </a:ext>
            </a:extLst>
          </p:cNvPr>
          <p:cNvSpPr txBox="1"/>
          <p:nvPr/>
        </p:nvSpPr>
        <p:spPr>
          <a:xfrm>
            <a:off x="3426907" y="2958085"/>
            <a:ext cx="903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ED7D31"/>
                </a:solidFill>
                <a:cs typeface="Arial"/>
              </a:rPr>
              <a:t>P = 1</a:t>
            </a:r>
            <a:endParaRPr lang="en-US" b="1">
              <a:solidFill>
                <a:srgbClr val="ED7D3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85C5A8-4E71-59DE-78A2-8B40D73AF91F}"/>
              </a:ext>
            </a:extLst>
          </p:cNvPr>
          <p:cNvSpPr txBox="1"/>
          <p:nvPr/>
        </p:nvSpPr>
        <p:spPr>
          <a:xfrm>
            <a:off x="8875352" y="377521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Generally:</a:t>
            </a:r>
          </a:p>
          <a:p>
            <a:r>
              <a:rPr lang="en-US">
                <a:cs typeface="Arial"/>
              </a:rPr>
              <a:t>P = (F-1)/2 when S=1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30A298-ED7B-7A7D-5B5C-AD0340B8C877}"/>
              </a:ext>
            </a:extLst>
          </p:cNvPr>
          <p:cNvSpPr txBox="1"/>
          <p:nvPr/>
        </p:nvSpPr>
        <p:spPr>
          <a:xfrm>
            <a:off x="7138522" y="2946510"/>
            <a:ext cx="903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ED7D31"/>
                </a:solidFill>
                <a:cs typeface="Arial"/>
              </a:rPr>
              <a:t>P = 2</a:t>
            </a:r>
            <a:endParaRPr lang="en-US" b="1" dirty="0">
              <a:solidFill>
                <a:srgbClr val="ED7D3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EE6586-CF04-3338-F0F3-2974862ED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19938"/>
              </p:ext>
            </p:extLst>
          </p:nvPr>
        </p:nvGraphicFramePr>
        <p:xfrm>
          <a:off x="7351373" y="3427888"/>
          <a:ext cx="432757" cy="2136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757">
                  <a:extLst>
                    <a:ext uri="{9D8B030D-6E8A-4147-A177-3AD203B41FA5}">
                      <a16:colId xmlns:a16="http://schemas.microsoft.com/office/drawing/2014/main" val="3994766007"/>
                    </a:ext>
                  </a:extLst>
                </a:gridCol>
              </a:tblGrid>
              <a:tr h="3560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US" b="1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152932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22679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767808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139555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841457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146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B1AFB3D-6D67-24F6-C4BA-C49E4577F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07205"/>
              </p:ext>
            </p:extLst>
          </p:nvPr>
        </p:nvGraphicFramePr>
        <p:xfrm>
          <a:off x="3230786" y="3425959"/>
          <a:ext cx="432757" cy="2136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757">
                  <a:extLst>
                    <a:ext uri="{9D8B030D-6E8A-4147-A177-3AD203B41FA5}">
                      <a16:colId xmlns:a16="http://schemas.microsoft.com/office/drawing/2014/main" val="3994766007"/>
                    </a:ext>
                  </a:extLst>
                </a:gridCol>
              </a:tblGrid>
              <a:tr h="3560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en-US" b="1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152932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22679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767808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139555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841457"/>
                  </a:ext>
                </a:extLst>
              </a:tr>
              <a:tr h="356017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chemeClr val="accent5"/>
                          </a:solidFill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14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83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8" grpId="1"/>
      <p:bldP spid="19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DB7F-5247-B37F-145A-58587CDA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9DB21B-89AF-454B-7E0B-81051DB0F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Now we consider depth/channel + multiple filters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D03843-0480-628B-0C6F-435A8D4E1335}"/>
              </a:ext>
            </a:extLst>
          </p:cNvPr>
          <p:cNvGrpSpPr/>
          <p:nvPr/>
        </p:nvGrpSpPr>
        <p:grpSpPr>
          <a:xfrm>
            <a:off x="265288" y="655117"/>
            <a:ext cx="3796049" cy="1936741"/>
            <a:chOff x="3595511" y="2870562"/>
            <a:chExt cx="6293714" cy="3192629"/>
          </a:xfrm>
        </p:grpSpPr>
        <p:pic>
          <p:nvPicPr>
            <p:cNvPr id="5" name="Picture 4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620E7D9B-273E-7047-D988-8404F58B6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5511" y="3348919"/>
              <a:ext cx="4930422" cy="271427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C9E75D-05F6-9911-E101-8B7DCCE5CA25}"/>
                </a:ext>
              </a:extLst>
            </p:cNvPr>
            <p:cNvSpPr txBox="1"/>
            <p:nvPr/>
          </p:nvSpPr>
          <p:spPr>
            <a:xfrm>
              <a:off x="5706690" y="2870562"/>
              <a:ext cx="1456141" cy="4566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b="1">
                  <a:solidFill>
                    <a:srgbClr val="ED7D31"/>
                  </a:solidFill>
                  <a:cs typeface="Arial"/>
                </a:rPr>
                <a:t>W</a:t>
              </a:r>
              <a:r>
                <a:rPr lang="en-US" sz="1200">
                  <a:solidFill>
                    <a:srgbClr val="ED7D31"/>
                  </a:solidFill>
                  <a:cs typeface="Arial"/>
                </a:rPr>
                <a:t>idth</a:t>
              </a:r>
              <a:endParaRPr lang="en-US" sz="1200">
                <a:solidFill>
                  <a:srgbClr val="ED7D3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255A64-32C8-96F1-2B0B-DF8B9086E311}"/>
                </a:ext>
              </a:extLst>
            </p:cNvPr>
            <p:cNvSpPr txBox="1"/>
            <p:nvPr/>
          </p:nvSpPr>
          <p:spPr>
            <a:xfrm>
              <a:off x="7541136" y="3858339"/>
              <a:ext cx="1573120" cy="4566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200" b="1">
                  <a:solidFill>
                    <a:srgbClr val="ED7D31"/>
                  </a:solidFill>
                  <a:cs typeface="Arial"/>
                </a:rPr>
                <a:t>H</a:t>
              </a:r>
              <a:r>
                <a:rPr lang="en-US" sz="1200">
                  <a:solidFill>
                    <a:srgbClr val="ED7D31"/>
                  </a:solidFill>
                  <a:cs typeface="Arial"/>
                </a:rPr>
                <a:t>eight</a:t>
              </a:r>
              <a:endParaRPr lang="en-US" sz="1200">
                <a:solidFill>
                  <a:srgbClr val="ED7D3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F2CEFE-2C34-4386-F114-7BEEB89B3B69}"/>
                </a:ext>
              </a:extLst>
            </p:cNvPr>
            <p:cNvSpPr txBox="1"/>
            <p:nvPr/>
          </p:nvSpPr>
          <p:spPr>
            <a:xfrm>
              <a:off x="7188359" y="5142450"/>
              <a:ext cx="2700866" cy="4566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200" b="1">
                  <a:solidFill>
                    <a:srgbClr val="ED7D31"/>
                  </a:solidFill>
                  <a:cs typeface="Arial"/>
                </a:rPr>
                <a:t>D</a:t>
              </a:r>
              <a:r>
                <a:rPr lang="en-US" sz="1200">
                  <a:solidFill>
                    <a:srgbClr val="ED7D31"/>
                  </a:solidFill>
                  <a:cs typeface="Arial"/>
                </a:rPr>
                <a:t>epth (channels)</a:t>
              </a:r>
            </a:p>
          </p:txBody>
        </p:sp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4C6DFF2C-D049-2DA6-AF13-CCBE42B304CF}"/>
                </a:ext>
              </a:extLst>
            </p:cNvPr>
            <p:cNvSpPr/>
            <p:nvPr/>
          </p:nvSpPr>
          <p:spPr>
            <a:xfrm rot="16200000">
              <a:off x="5983223" y="2128775"/>
              <a:ext cx="246611" cy="2310312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61139CBC-CEAC-E2E4-AFD9-9BC0A03757CE}"/>
                </a:ext>
              </a:extLst>
            </p:cNvPr>
            <p:cNvSpPr/>
            <p:nvPr/>
          </p:nvSpPr>
          <p:spPr>
            <a:xfrm>
              <a:off x="7394334" y="3511663"/>
              <a:ext cx="218389" cy="1096757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0D7E9DC3-35F1-0727-AB17-37B0F9B3CEA7}"/>
                </a:ext>
              </a:extLst>
            </p:cNvPr>
            <p:cNvSpPr/>
            <p:nvPr/>
          </p:nvSpPr>
          <p:spPr>
            <a:xfrm rot="2340000">
              <a:off x="7081508" y="4673807"/>
              <a:ext cx="204278" cy="885091"/>
            </a:xfrm>
            <a:prstGeom prst="righ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3A1A058-4EFF-705E-DFE0-CEDBF7F80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0" y="837494"/>
            <a:ext cx="7239000" cy="2247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EF16DC-6952-D26E-535D-4BB04341B7B5}"/>
              </a:ext>
            </a:extLst>
          </p:cNvPr>
          <p:cNvSpPr txBox="1"/>
          <p:nvPr/>
        </p:nvSpPr>
        <p:spPr>
          <a:xfrm>
            <a:off x="2810489" y="3046487"/>
            <a:ext cx="162902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ED7D31"/>
                </a:solidFill>
                <a:cs typeface="Arial"/>
              </a:rPr>
              <a:t>D</a:t>
            </a:r>
            <a:r>
              <a:rPr lang="en-US" sz="1200">
                <a:solidFill>
                  <a:srgbClr val="ED7D31"/>
                </a:solidFill>
                <a:cs typeface="Arial"/>
              </a:rPr>
              <a:t>epth (channels)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72FC09-6A5C-D3D3-CB8B-6E398415AF25}"/>
              </a:ext>
            </a:extLst>
          </p:cNvPr>
          <p:cNvCxnSpPr/>
          <p:nvPr/>
        </p:nvCxnSpPr>
        <p:spPr>
          <a:xfrm flipH="1">
            <a:off x="4081890" y="2969043"/>
            <a:ext cx="474031" cy="145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2629D9-93E9-EAA9-F92A-7CD741EDC65D}"/>
              </a:ext>
            </a:extLst>
          </p:cNvPr>
          <p:cNvGrpSpPr/>
          <p:nvPr/>
        </p:nvGrpSpPr>
        <p:grpSpPr>
          <a:xfrm>
            <a:off x="5819794" y="977337"/>
            <a:ext cx="528720" cy="1946913"/>
            <a:chOff x="5848016" y="977337"/>
            <a:chExt cx="528720" cy="1946913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1464768-8464-8E14-830F-5633BB94DBC3}"/>
                </a:ext>
              </a:extLst>
            </p:cNvPr>
            <p:cNvCxnSpPr/>
            <p:nvPr/>
          </p:nvCxnSpPr>
          <p:spPr>
            <a:xfrm>
              <a:off x="5871463" y="1477788"/>
              <a:ext cx="7502" cy="1446462"/>
            </a:xfrm>
            <a:prstGeom prst="straightConnector1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91CA8B-B542-0614-C7F9-7492ED2AF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016" y="977337"/>
              <a:ext cx="528720" cy="515131"/>
            </a:xfrm>
            <a:prstGeom prst="straightConnector1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B8E746B-B8D1-9247-A034-C2CBA2526F0B}"/>
              </a:ext>
            </a:extLst>
          </p:cNvPr>
          <p:cNvGrpSpPr/>
          <p:nvPr/>
        </p:nvGrpSpPr>
        <p:grpSpPr>
          <a:xfrm>
            <a:off x="6116127" y="977336"/>
            <a:ext cx="1079053" cy="1946914"/>
            <a:chOff x="6116127" y="977336"/>
            <a:chExt cx="1079053" cy="194691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1DC4F47-5149-A88F-2A03-2945502F81DA}"/>
                </a:ext>
              </a:extLst>
            </p:cNvPr>
            <p:cNvGrpSpPr/>
            <p:nvPr/>
          </p:nvGrpSpPr>
          <p:grpSpPr>
            <a:xfrm>
              <a:off x="6116127" y="977337"/>
              <a:ext cx="528720" cy="1946913"/>
              <a:chOff x="5848016" y="977337"/>
              <a:chExt cx="528720" cy="1946913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CC1FB1B-9A39-64B1-C313-2665C70FA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1463" y="1477788"/>
                <a:ext cx="7502" cy="1446462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E58788C-E19F-4050-B407-01DD6CFC20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8016" y="977337"/>
                <a:ext cx="528720" cy="515131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73F77D9-519B-5414-E4DE-4BE61C351DAF}"/>
                </a:ext>
              </a:extLst>
            </p:cNvPr>
            <p:cNvGrpSpPr/>
            <p:nvPr/>
          </p:nvGrpSpPr>
          <p:grpSpPr>
            <a:xfrm>
              <a:off x="6384238" y="977337"/>
              <a:ext cx="528720" cy="1946913"/>
              <a:chOff x="5848016" y="977337"/>
              <a:chExt cx="528720" cy="1946913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B057977-43F7-63F3-6BF5-435836B4D2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1463" y="1477788"/>
                <a:ext cx="7502" cy="1446462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C2CF1DFC-95F3-44DB-6F45-B23C99F092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8016" y="977337"/>
                <a:ext cx="528720" cy="515131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0759573-1BA6-608F-FC18-4C22E727747D}"/>
                </a:ext>
              </a:extLst>
            </p:cNvPr>
            <p:cNvGrpSpPr/>
            <p:nvPr/>
          </p:nvGrpSpPr>
          <p:grpSpPr>
            <a:xfrm>
              <a:off x="6666460" y="977336"/>
              <a:ext cx="528720" cy="1946913"/>
              <a:chOff x="5848016" y="977337"/>
              <a:chExt cx="528720" cy="1946913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6E6707B-7383-00A8-412F-CD6C3127C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1463" y="1477788"/>
                <a:ext cx="7502" cy="1446462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BB7D9A0-8E33-2323-DE93-5752E4827F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48016" y="977337"/>
                <a:ext cx="528720" cy="515131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A6B24A8-D917-378D-6208-79F60F7A5636}"/>
              </a:ext>
            </a:extLst>
          </p:cNvPr>
          <p:cNvSpPr txBox="1"/>
          <p:nvPr/>
        </p:nvSpPr>
        <p:spPr>
          <a:xfrm>
            <a:off x="4725649" y="3187598"/>
            <a:ext cx="42678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ED7D31"/>
                </a:solidFill>
                <a:cs typeface="Arial"/>
              </a:rPr>
              <a:t>1 filter --&gt; 1 slice/feature map (32*32*1) </a:t>
            </a:r>
          </a:p>
          <a:p>
            <a:r>
              <a:rPr lang="en-US" sz="1200" b="1">
                <a:solidFill>
                  <a:srgbClr val="ED7D31"/>
                </a:solidFill>
                <a:cs typeface="Arial"/>
              </a:rPr>
              <a:t>5 filters --&gt; 5 slices/feature maps (32*32*5)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F3CBAC-7597-EE41-FC8B-526404458523}"/>
              </a:ext>
            </a:extLst>
          </p:cNvPr>
          <p:cNvSpPr txBox="1"/>
          <p:nvPr/>
        </p:nvSpPr>
        <p:spPr>
          <a:xfrm>
            <a:off x="5498388" y="3627226"/>
            <a:ext cx="50150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How many parameters are there?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BF54AD-879C-36E9-F2F7-1292496AF7EF}"/>
              </a:ext>
            </a:extLst>
          </p:cNvPr>
          <p:cNvSpPr txBox="1"/>
          <p:nvPr/>
        </p:nvSpPr>
        <p:spPr>
          <a:xfrm>
            <a:off x="599846" y="2720775"/>
            <a:ext cx="4902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W=H=32</a:t>
            </a:r>
          </a:p>
          <a:p>
            <a:r>
              <a:rPr lang="en-US">
                <a:cs typeface="Arial"/>
              </a:rPr>
              <a:t>F=3</a:t>
            </a:r>
          </a:p>
          <a:p>
            <a:r>
              <a:rPr lang="en-US">
                <a:cs typeface="Arial"/>
              </a:rPr>
              <a:t>S=1</a:t>
            </a:r>
          </a:p>
          <a:p>
            <a:r>
              <a:rPr lang="en-US">
                <a:cs typeface="Arial"/>
              </a:rPr>
              <a:t>P=1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E4159D-7011-9B4F-D78B-559EDFB2898E}"/>
              </a:ext>
            </a:extLst>
          </p:cNvPr>
          <p:cNvSpPr txBox="1"/>
          <p:nvPr/>
        </p:nvSpPr>
        <p:spPr>
          <a:xfrm>
            <a:off x="595895" y="5109504"/>
            <a:ext cx="1001042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Of note, the output is again a "volume" data (W'*H'*D')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D' = channels / number of filters in previous convolution layer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Another convolution layer can be added … so on and so forth ...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AC8275-33D3-07C1-9E78-47E14250E3BB}"/>
              </a:ext>
            </a:extLst>
          </p:cNvPr>
          <p:cNvCxnSpPr>
            <a:cxnSpLocks/>
          </p:cNvCxnSpPr>
          <p:nvPr/>
        </p:nvCxnSpPr>
        <p:spPr>
          <a:xfrm flipV="1">
            <a:off x="6150476" y="799926"/>
            <a:ext cx="231524" cy="250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E2872DA-2727-7F40-B158-D5D465EFFA74}"/>
              </a:ext>
            </a:extLst>
          </p:cNvPr>
          <p:cNvSpPr txBox="1"/>
          <p:nvPr/>
        </p:nvSpPr>
        <p:spPr>
          <a:xfrm>
            <a:off x="5859542" y="506487"/>
            <a:ext cx="162902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ED7D31"/>
                </a:solidFill>
                <a:cs typeface="Arial"/>
              </a:rPr>
              <a:t>Detect "beak"</a:t>
            </a:r>
            <a:endParaRPr lang="en-US" sz="1200">
              <a:solidFill>
                <a:srgbClr val="ED7D31"/>
              </a:solidFill>
              <a:cs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F978C9-DDC2-CCD9-3344-8E691F84755F}"/>
              </a:ext>
            </a:extLst>
          </p:cNvPr>
          <p:cNvCxnSpPr>
            <a:cxnSpLocks/>
          </p:cNvCxnSpPr>
          <p:nvPr/>
        </p:nvCxnSpPr>
        <p:spPr>
          <a:xfrm flipV="1">
            <a:off x="7335809" y="799926"/>
            <a:ext cx="231524" cy="250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6785E0E-9C65-A0D0-D178-A131D06D26FE}"/>
              </a:ext>
            </a:extLst>
          </p:cNvPr>
          <p:cNvSpPr txBox="1"/>
          <p:nvPr/>
        </p:nvSpPr>
        <p:spPr>
          <a:xfrm>
            <a:off x="7199045" y="506487"/>
            <a:ext cx="162902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ED7D31"/>
                </a:solidFill>
                <a:cs typeface="Arial"/>
              </a:rPr>
              <a:t>Detect "tail"</a:t>
            </a:r>
            <a:endParaRPr lang="en-US" sz="1200">
              <a:solidFill>
                <a:srgbClr val="ED7D31"/>
              </a:solidFill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EF5EAC-EA9F-5BD0-3FFB-7E66207A5091}"/>
              </a:ext>
            </a:extLst>
          </p:cNvPr>
          <p:cNvSpPr txBox="1"/>
          <p:nvPr/>
        </p:nvSpPr>
        <p:spPr>
          <a:xfrm>
            <a:off x="7754522" y="5575202"/>
            <a:ext cx="399553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Why do we want multiple layers?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F6DD67-F949-2D95-80D7-82C8636D7BD5}"/>
              </a:ext>
            </a:extLst>
          </p:cNvPr>
          <p:cNvSpPr txBox="1"/>
          <p:nvPr/>
        </p:nvSpPr>
        <p:spPr>
          <a:xfrm>
            <a:off x="5476240" y="3957320"/>
            <a:ext cx="6096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Arial"/>
                <a:ea typeface="Arial"/>
                <a:cs typeface="Arial"/>
              </a:rPr>
              <a:t>1 filter: 3*3*</a:t>
            </a:r>
            <a:r>
              <a:rPr lang="en-US" sz="1600" baseline="0">
                <a:solidFill>
                  <a:srgbClr val="ED7D31"/>
                </a:solidFill>
                <a:latin typeface="Arial"/>
                <a:ea typeface="Arial"/>
                <a:cs typeface="Arial"/>
              </a:rPr>
              <a:t>3 </a:t>
            </a:r>
            <a:r>
              <a:rPr lang="en-US" sz="1600" baseline="0">
                <a:latin typeface="Arial"/>
                <a:ea typeface="Arial"/>
                <a:cs typeface="Arial"/>
              </a:rPr>
              <a:t>+ 1</a:t>
            </a:r>
            <a:r>
              <a:rPr lang="en-US" sz="1600" baseline="0">
                <a:solidFill>
                  <a:srgbClr val="ED7D31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1600" baseline="0">
                <a:latin typeface="Arial"/>
                <a:ea typeface="Arial"/>
                <a:cs typeface="Arial"/>
              </a:rPr>
              <a:t>= 28</a:t>
            </a:r>
            <a:r>
              <a:rPr lang="en-US" sz="1600">
                <a:latin typeface="Arial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Arial"/>
                <a:ea typeface="Arial"/>
                <a:cs typeface="Arial"/>
              </a:rPr>
              <a:t>5 filters: 28 * 5</a:t>
            </a:r>
            <a:r>
              <a:rPr lang="en-US" sz="1600">
                <a:latin typeface="Arial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Arial"/>
                <a:ea typeface="Arial"/>
                <a:cs typeface="Arial"/>
              </a:rPr>
              <a:t>(F*channels + 1)*Filter numbers</a:t>
            </a:r>
            <a:r>
              <a:rPr lang="en-US" sz="1600">
                <a:latin typeface="Arial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Arial"/>
                <a:ea typeface="Arial"/>
                <a:cs typeface="Arial"/>
              </a:rPr>
              <a:t>There is no W and H!</a:t>
            </a:r>
          </a:p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17673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2" grpId="0"/>
      <p:bldP spid="33" grpId="0"/>
      <p:bldP spid="35" grpId="0"/>
      <p:bldP spid="4" grpId="0"/>
      <p:bldP spid="16" grpId="0"/>
      <p:bldP spid="34" grpId="0"/>
      <p:bldP spid="36" grpId="0" animBg="1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E3F82-D88F-7337-EB95-3A3D152D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E29269-3659-0454-37AD-9F96C37B7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9694" y="5147998"/>
            <a:ext cx="10877550" cy="9082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Arial"/>
                <a:cs typeface="Arial"/>
              </a:rPr>
              <a:t>Less parameters through sharing</a:t>
            </a:r>
          </a:p>
          <a:p>
            <a:r>
              <a:rPr lang="en-US" sz="1800">
                <a:latin typeface="Arial"/>
                <a:cs typeface="Arial"/>
              </a:rPr>
              <a:t>Local pattern detection (connect pixels from localities in tensor)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7A946-616E-1114-91BF-95CBB1CD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CNN is essentially a simplified and regularized FNN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5B5BB-76AA-BA66-7BA0-167D09E69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80" y="1052609"/>
            <a:ext cx="4821956" cy="3560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73485B-AB3B-23F6-5FD3-1029139F9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23" y="1052790"/>
            <a:ext cx="4667859" cy="3560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0D81BB-477E-905A-4AE6-B99AA1AC7070}"/>
              </a:ext>
            </a:extLst>
          </p:cNvPr>
          <p:cNvSpPr txBox="1"/>
          <p:nvPr/>
        </p:nvSpPr>
        <p:spPr>
          <a:xfrm>
            <a:off x="847397" y="6263509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https://www.youtube.com/watch?v=FrKWiRv254g</a:t>
            </a:r>
            <a:endParaRPr lang="en-US">
              <a:solidFill>
                <a:srgbClr val="FFFFFF"/>
              </a:solidFill>
            </a:endParaRP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28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4CBE-5A9A-1D2F-114E-75B10499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901493-7774-6023-6290-27280D88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AlphaGo</a:t>
            </a:r>
            <a:endParaRPr lang="en-US"/>
          </a:p>
        </p:txBody>
      </p:sp>
      <p:pic>
        <p:nvPicPr>
          <p:cNvPr id="5" name="Picture 4" descr="Google Latest AlphaGo AI Program ...">
            <a:extLst>
              <a:ext uri="{FF2B5EF4-FFF2-40B4-BE49-F238E27FC236}">
                <a16:creationId xmlns:a16="http://schemas.microsoft.com/office/drawing/2014/main" id="{7BF48193-7FC1-66F4-0E7F-5CA03F96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94" y="3840611"/>
            <a:ext cx="2143125" cy="213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63AFE1-278C-70B6-6274-22880F84E7B5}"/>
              </a:ext>
            </a:extLst>
          </p:cNvPr>
          <p:cNvSpPr txBox="1"/>
          <p:nvPr/>
        </p:nvSpPr>
        <p:spPr>
          <a:xfrm>
            <a:off x="3217332" y="4715281"/>
            <a:ext cx="1088944" cy="378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Arial"/>
              </a:rPr>
              <a:t>19*19</a:t>
            </a:r>
            <a:endParaRPr lang="en-US"/>
          </a:p>
        </p:txBody>
      </p:sp>
      <p:pic>
        <p:nvPicPr>
          <p:cNvPr id="7" name="Picture 6" descr="A screenshot of a article&#10;&#10;AI-generated content may be incorrect.">
            <a:extLst>
              <a:ext uri="{FF2B5EF4-FFF2-40B4-BE49-F238E27FC236}">
                <a16:creationId xmlns:a16="http://schemas.microsoft.com/office/drawing/2014/main" id="{C675C832-86BB-FD30-8BA1-BE71DF4E0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50" y="761999"/>
            <a:ext cx="4740101" cy="2846104"/>
          </a:xfrm>
          <a:prstGeom prst="rect">
            <a:avLst/>
          </a:prstGeom>
        </p:spPr>
      </p:pic>
      <p:pic>
        <p:nvPicPr>
          <p:cNvPr id="8" name="Picture 7" descr="A screenshot of a text&#10;&#10;AI-generated content may be incorrect.">
            <a:extLst>
              <a:ext uri="{FF2B5EF4-FFF2-40B4-BE49-F238E27FC236}">
                <a16:creationId xmlns:a16="http://schemas.microsoft.com/office/drawing/2014/main" id="{066F84B0-BBF8-4B80-25BF-0B1ED3D39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498" y="764768"/>
            <a:ext cx="6653824" cy="1694311"/>
          </a:xfrm>
          <a:prstGeom prst="rect">
            <a:avLst/>
          </a:prstGeom>
        </p:spPr>
      </p:pic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C9238E11-CEA7-A30A-9C6B-EC564CD9D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63" y="1009243"/>
            <a:ext cx="11315700" cy="455295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BB4480-7566-39BB-86C0-63289A3BFADA}"/>
              </a:ext>
            </a:extLst>
          </p:cNvPr>
          <p:cNvCxnSpPr/>
          <p:nvPr/>
        </p:nvCxnSpPr>
        <p:spPr>
          <a:xfrm flipV="1">
            <a:off x="9217980" y="1819922"/>
            <a:ext cx="2485747" cy="22194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3D35B6-0D7A-464B-BFB3-FE6D398B6653}"/>
              </a:ext>
            </a:extLst>
          </p:cNvPr>
          <p:cNvCxnSpPr>
            <a:cxnSpLocks/>
          </p:cNvCxnSpPr>
          <p:nvPr/>
        </p:nvCxnSpPr>
        <p:spPr>
          <a:xfrm flipV="1">
            <a:off x="1738543" y="2219417"/>
            <a:ext cx="2485747" cy="22194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5A2BA7-D484-2BEC-60CA-00E656067D02}"/>
              </a:ext>
            </a:extLst>
          </p:cNvPr>
          <p:cNvCxnSpPr>
            <a:cxnSpLocks/>
          </p:cNvCxnSpPr>
          <p:nvPr/>
        </p:nvCxnSpPr>
        <p:spPr>
          <a:xfrm flipV="1">
            <a:off x="6569476" y="2212019"/>
            <a:ext cx="3610251" cy="22194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1A2D6B-055A-886A-3814-2A7BDC493AD0}"/>
              </a:ext>
            </a:extLst>
          </p:cNvPr>
          <p:cNvCxnSpPr>
            <a:cxnSpLocks/>
          </p:cNvCxnSpPr>
          <p:nvPr/>
        </p:nvCxnSpPr>
        <p:spPr>
          <a:xfrm flipV="1">
            <a:off x="850777" y="3048000"/>
            <a:ext cx="5977629" cy="36990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439F56-FF58-CF72-80C6-D1CEAE661D5E}"/>
              </a:ext>
            </a:extLst>
          </p:cNvPr>
          <p:cNvCxnSpPr>
            <a:cxnSpLocks/>
          </p:cNvCxnSpPr>
          <p:nvPr/>
        </p:nvCxnSpPr>
        <p:spPr>
          <a:xfrm flipV="1">
            <a:off x="1553591" y="3876582"/>
            <a:ext cx="2485747" cy="22194"/>
          </a:xfrm>
          <a:prstGeom prst="straightConnector1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6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0887C-C7A2-79A7-A866-513768C0D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A66DF7-52CE-4ABF-701B-B0D740B5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Max-pooling</a:t>
            </a:r>
            <a:endParaRPr lang="en-US"/>
          </a:p>
        </p:txBody>
      </p:sp>
      <p:pic>
        <p:nvPicPr>
          <p:cNvPr id="4" name="Picture 3" descr="A green and blue rectangular sign with black arrows&#10;&#10;AI-generated content may be incorrect.">
            <a:extLst>
              <a:ext uri="{FF2B5EF4-FFF2-40B4-BE49-F238E27FC236}">
                <a16:creationId xmlns:a16="http://schemas.microsoft.com/office/drawing/2014/main" id="{D449566D-CC2F-0E61-16C8-FC7AF3FF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24" y="1263486"/>
            <a:ext cx="1384839" cy="412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8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90D0-A57C-5927-FE56-C85F92D7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Training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60E70-1559-2D36-FC19-F4C8BB33120C}"/>
              </a:ext>
            </a:extLst>
          </p:cNvPr>
          <p:cNvSpPr txBox="1"/>
          <p:nvPr/>
        </p:nvSpPr>
        <p:spPr>
          <a:xfrm>
            <a:off x="757954" y="976153"/>
            <a:ext cx="5050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Training : Validation : Testing = 0.7 : 0.15 : 0.15 </a:t>
            </a:r>
            <a:endParaRPr lang="en-US" dirty="0"/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7D68345-3A00-8E7B-6DBB-80618562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17" y="1602455"/>
            <a:ext cx="2305050" cy="1038225"/>
          </a:xfrm>
          <a:prstGeom prst="rect">
            <a:avLst/>
          </a:prstGeom>
        </p:spPr>
      </p:pic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08CB9FC-5196-A5ED-0AE6-DD7756F0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14" y="2947987"/>
            <a:ext cx="3333750" cy="1876425"/>
          </a:xfrm>
          <a:prstGeom prst="rect">
            <a:avLst/>
          </a:prstGeom>
        </p:spPr>
      </p:pic>
      <p:pic>
        <p:nvPicPr>
          <p:cNvPr id="3" name="Picture 2" descr="A graph of a train loss and a train loss&#10;&#10;AI-generated content may be incorrect.">
            <a:extLst>
              <a:ext uri="{FF2B5EF4-FFF2-40B4-BE49-F238E27FC236}">
                <a16:creationId xmlns:a16="http://schemas.microsoft.com/office/drawing/2014/main" id="{B412F711-B7F1-232D-F6CA-D4BD404A8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886" y="1861759"/>
            <a:ext cx="7059284" cy="24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077802"/>
      </p:ext>
    </p:extLst>
  </p:cSld>
  <p:clrMapOvr>
    <a:masterClrMapping/>
  </p:clrMapOvr>
</p:sld>
</file>

<file path=ppt/theme/theme1.xml><?xml version="1.0" encoding="utf-8"?>
<a:theme xmlns:a="http://schemas.openxmlformats.org/drawingml/2006/main" name="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460C4233-78C4-8248-8711-AE6B6EF1A1A3}"/>
    </a:ext>
  </a:extLst>
</a:theme>
</file>

<file path=ppt/theme/theme2.xml><?xml version="1.0" encoding="utf-8"?>
<a:theme xmlns:a="http://schemas.openxmlformats.org/drawingml/2006/main" name="1_jian_perso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jianhuang" id="{B610B1EE-D762-DF48-97C3-A7E9B4F0EE75}" vid="{9E71AED6-699C-844C-819F-677F42ECB4B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jian_personal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jian_personal</vt:lpstr>
      <vt:lpstr>1_jian_personal</vt:lpstr>
      <vt:lpstr>Convolutional neural network (CNN) explained</vt:lpstr>
      <vt:lpstr>Overview</vt:lpstr>
      <vt:lpstr>"Volume"-like input</vt:lpstr>
      <vt:lpstr>The "convolution" operation</vt:lpstr>
      <vt:lpstr>The "convolution" operation </vt:lpstr>
      <vt:lpstr>Padding</vt:lpstr>
      <vt:lpstr>Now we consider depth/channel + multiple filters</vt:lpstr>
      <vt:lpstr>CNN is essentially a simplified and regularized FNN</vt:lpstr>
      <vt:lpstr>AlphaGo</vt:lpstr>
      <vt:lpstr>Max-pooling</vt:lpstr>
      <vt:lpstr>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JianHuang</dc:creator>
  <cp:revision>91</cp:revision>
  <dcterms:created xsi:type="dcterms:W3CDTF">2025-11-04T23:20:31Z</dcterms:created>
  <dcterms:modified xsi:type="dcterms:W3CDTF">2025-11-21T18:12:16Z</dcterms:modified>
</cp:coreProperties>
</file>