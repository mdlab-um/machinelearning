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notesMasterIdLst>
    <p:notesMasterId r:id="rId7"/>
  </p:notesMasterIdLst>
  <p:sldIdLst>
    <p:sldId id="256" r:id="rId3"/>
    <p:sldId id="257" r:id="rId4"/>
    <p:sldId id="258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E77C01-DE76-B9BE-EEE1-EC2D86DF5AC0}" v="10" dt="2025-12-12T00:17:45.645"/>
    <p1510:client id="{84A3B6EE-737C-E86F-C3CD-89E674E370DA}" v="2792" dt="2025-12-12T16:59:47.2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84"/>
  </p:normalViewPr>
  <p:slideViewPr>
    <p:cSldViewPr snapToGrid="0">
      <p:cViewPr varScale="1">
        <p:scale>
          <a:sx n="114" d="100"/>
          <a:sy n="114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 Huang" userId="S::jianhuang@umass.edu::cceb65c6-4fe9-43ae-8ac3-0c77a86496d4" providerId="AD" clId="Web-{84A3B6EE-737C-E86F-C3CD-89E674E370DA}"/>
    <pc:docChg chg="delSld modSld">
      <pc:chgData name="Jian Huang" userId="S::jianhuang@umass.edu::cceb65c6-4fe9-43ae-8ac3-0c77a86496d4" providerId="AD" clId="Web-{84A3B6EE-737C-E86F-C3CD-89E674E370DA}" dt="2025-12-12T16:59:47.292" v="2179"/>
      <pc:docMkLst>
        <pc:docMk/>
      </pc:docMkLst>
      <pc:sldChg chg="addSp delSp modSp mod modShow modNotes">
        <pc:chgData name="Jian Huang" userId="S::jianhuang@umass.edu::cceb65c6-4fe9-43ae-8ac3-0c77a86496d4" providerId="AD" clId="Web-{84A3B6EE-737C-E86F-C3CD-89E674E370DA}" dt="2025-12-12T16:17:12.958" v="659" actId="20577"/>
        <pc:sldMkLst>
          <pc:docMk/>
          <pc:sldMk cId="2583300102" sldId="257"/>
        </pc:sldMkLst>
        <pc:spChg chg="add mod">
          <ac:chgData name="Jian Huang" userId="S::jianhuang@umass.edu::cceb65c6-4fe9-43ae-8ac3-0c77a86496d4" providerId="AD" clId="Web-{84A3B6EE-737C-E86F-C3CD-89E674E370DA}" dt="2025-12-12T16:17:12.958" v="659" actId="20577"/>
          <ac:spMkLst>
            <pc:docMk/>
            <pc:sldMk cId="2583300102" sldId="257"/>
            <ac:spMk id="4" creationId="{30678BFB-947F-01EC-DB25-9F4ADC8A2353}"/>
          </ac:spMkLst>
        </pc:spChg>
        <pc:spChg chg="add mod">
          <ac:chgData name="Jian Huang" userId="S::jianhuang@umass.edu::cceb65c6-4fe9-43ae-8ac3-0c77a86496d4" providerId="AD" clId="Web-{84A3B6EE-737C-E86F-C3CD-89E674E370DA}" dt="2025-12-12T15:38:31.237" v="35" actId="20577"/>
          <ac:spMkLst>
            <pc:docMk/>
            <pc:sldMk cId="2583300102" sldId="257"/>
            <ac:spMk id="5" creationId="{4095C522-5EC8-8324-CBDF-5669B5FECE37}"/>
          </ac:spMkLst>
        </pc:spChg>
        <pc:spChg chg="add mod">
          <ac:chgData name="Jian Huang" userId="S::jianhuang@umass.edu::cceb65c6-4fe9-43ae-8ac3-0c77a86496d4" providerId="AD" clId="Web-{84A3B6EE-737C-E86F-C3CD-89E674E370DA}" dt="2025-12-12T16:11:11.879" v="440" actId="1076"/>
          <ac:spMkLst>
            <pc:docMk/>
            <pc:sldMk cId="2583300102" sldId="257"/>
            <ac:spMk id="6" creationId="{D218DB96-E4E3-3402-6E2F-5B24F4BDCBAE}"/>
          </ac:spMkLst>
        </pc:spChg>
        <pc:spChg chg="add mod">
          <ac:chgData name="Jian Huang" userId="S::jianhuang@umass.edu::cceb65c6-4fe9-43ae-8ac3-0c77a86496d4" providerId="AD" clId="Web-{84A3B6EE-737C-E86F-C3CD-89E674E370DA}" dt="2025-12-12T16:11:11.895" v="442" actId="1076"/>
          <ac:spMkLst>
            <pc:docMk/>
            <pc:sldMk cId="2583300102" sldId="257"/>
            <ac:spMk id="8" creationId="{237BA763-85AA-6234-C150-39D2B62F4BA4}"/>
          </ac:spMkLst>
        </pc:spChg>
        <pc:spChg chg="add mod">
          <ac:chgData name="Jian Huang" userId="S::jianhuang@umass.edu::cceb65c6-4fe9-43ae-8ac3-0c77a86496d4" providerId="AD" clId="Web-{84A3B6EE-737C-E86F-C3CD-89E674E370DA}" dt="2025-12-12T16:11:11.910" v="443" actId="1076"/>
          <ac:spMkLst>
            <pc:docMk/>
            <pc:sldMk cId="2583300102" sldId="257"/>
            <ac:spMk id="9" creationId="{090A6673-D7BD-2CC4-DF1B-877A62D77156}"/>
          </ac:spMkLst>
        </pc:spChg>
        <pc:spChg chg="add del mod">
          <ac:chgData name="Jian Huang" userId="S::jianhuang@umass.edu::cceb65c6-4fe9-43ae-8ac3-0c77a86496d4" providerId="AD" clId="Web-{84A3B6EE-737C-E86F-C3CD-89E674E370DA}" dt="2025-12-12T15:49:44.863" v="149"/>
          <ac:spMkLst>
            <pc:docMk/>
            <pc:sldMk cId="2583300102" sldId="257"/>
            <ac:spMk id="10" creationId="{0240994D-4534-0D27-A96B-13129E3BEB1C}"/>
          </ac:spMkLst>
        </pc:spChg>
        <pc:spChg chg="add mod">
          <ac:chgData name="Jian Huang" userId="S::jianhuang@umass.edu::cceb65c6-4fe9-43ae-8ac3-0c77a86496d4" providerId="AD" clId="Web-{84A3B6EE-737C-E86F-C3CD-89E674E370DA}" dt="2025-12-12T16:11:11.910" v="444" actId="1076"/>
          <ac:spMkLst>
            <pc:docMk/>
            <pc:sldMk cId="2583300102" sldId="257"/>
            <ac:spMk id="11" creationId="{BFFD1655-3024-3783-87DB-D4E31E8E7D90}"/>
          </ac:spMkLst>
        </pc:spChg>
        <pc:spChg chg="add mod">
          <ac:chgData name="Jian Huang" userId="S::jianhuang@umass.edu::cceb65c6-4fe9-43ae-8ac3-0c77a86496d4" providerId="AD" clId="Web-{84A3B6EE-737C-E86F-C3CD-89E674E370DA}" dt="2025-12-12T16:11:11.926" v="445" actId="1076"/>
          <ac:spMkLst>
            <pc:docMk/>
            <pc:sldMk cId="2583300102" sldId="257"/>
            <ac:spMk id="12" creationId="{D507D15B-9897-82B9-D9E8-CFA0A2C23F51}"/>
          </ac:spMkLst>
        </pc:spChg>
        <pc:spChg chg="add mod">
          <ac:chgData name="Jian Huang" userId="S::jianhuang@umass.edu::cceb65c6-4fe9-43ae-8ac3-0c77a86496d4" providerId="AD" clId="Web-{84A3B6EE-737C-E86F-C3CD-89E674E370DA}" dt="2025-12-12T16:11:11.926" v="446" actId="1076"/>
          <ac:spMkLst>
            <pc:docMk/>
            <pc:sldMk cId="2583300102" sldId="257"/>
            <ac:spMk id="13" creationId="{6358036B-D2EC-59D6-0183-9F92AE4C7218}"/>
          </ac:spMkLst>
        </pc:spChg>
        <pc:spChg chg="add mod">
          <ac:chgData name="Jian Huang" userId="S::jianhuang@umass.edu::cceb65c6-4fe9-43ae-8ac3-0c77a86496d4" providerId="AD" clId="Web-{84A3B6EE-737C-E86F-C3CD-89E674E370DA}" dt="2025-12-12T16:11:11.942" v="447" actId="1076"/>
          <ac:spMkLst>
            <pc:docMk/>
            <pc:sldMk cId="2583300102" sldId="257"/>
            <ac:spMk id="14" creationId="{7FB31D82-950C-3C72-9DE0-5DA31BEF2ADB}"/>
          </ac:spMkLst>
        </pc:spChg>
        <pc:spChg chg="add mod">
          <ac:chgData name="Jian Huang" userId="S::jianhuang@umass.edu::cceb65c6-4fe9-43ae-8ac3-0c77a86496d4" providerId="AD" clId="Web-{84A3B6EE-737C-E86F-C3CD-89E674E370DA}" dt="2025-12-12T16:11:11.942" v="448" actId="1076"/>
          <ac:spMkLst>
            <pc:docMk/>
            <pc:sldMk cId="2583300102" sldId="257"/>
            <ac:spMk id="15" creationId="{F57D654B-806E-9559-3EFD-9281FE108261}"/>
          </ac:spMkLst>
        </pc:spChg>
        <pc:spChg chg="add mod">
          <ac:chgData name="Jian Huang" userId="S::jianhuang@umass.edu::cceb65c6-4fe9-43ae-8ac3-0c77a86496d4" providerId="AD" clId="Web-{84A3B6EE-737C-E86F-C3CD-89E674E370DA}" dt="2025-12-12T16:11:11.957" v="449" actId="1076"/>
          <ac:spMkLst>
            <pc:docMk/>
            <pc:sldMk cId="2583300102" sldId="257"/>
            <ac:spMk id="16" creationId="{4076CB8F-3DBB-89A5-0C7A-7A85452D085C}"/>
          </ac:spMkLst>
        </pc:spChg>
        <pc:spChg chg="add mod">
          <ac:chgData name="Jian Huang" userId="S::jianhuang@umass.edu::cceb65c6-4fe9-43ae-8ac3-0c77a86496d4" providerId="AD" clId="Web-{84A3B6EE-737C-E86F-C3CD-89E674E370DA}" dt="2025-12-12T16:11:11.957" v="450" actId="1076"/>
          <ac:spMkLst>
            <pc:docMk/>
            <pc:sldMk cId="2583300102" sldId="257"/>
            <ac:spMk id="17" creationId="{F20CDEF2-327E-9562-DEC6-6D079F6E6CC1}"/>
          </ac:spMkLst>
        </pc:spChg>
        <pc:spChg chg="add mod">
          <ac:chgData name="Jian Huang" userId="S::jianhuang@umass.edu::cceb65c6-4fe9-43ae-8ac3-0c77a86496d4" providerId="AD" clId="Web-{84A3B6EE-737C-E86F-C3CD-89E674E370DA}" dt="2025-12-12T16:11:11.973" v="451" actId="1076"/>
          <ac:spMkLst>
            <pc:docMk/>
            <pc:sldMk cId="2583300102" sldId="257"/>
            <ac:spMk id="18" creationId="{84DA3960-15C4-BD36-813D-611637623458}"/>
          </ac:spMkLst>
        </pc:spChg>
        <pc:picChg chg="mod">
          <ac:chgData name="Jian Huang" userId="S::jianhuang@umass.edu::cceb65c6-4fe9-43ae-8ac3-0c77a86496d4" providerId="AD" clId="Web-{84A3B6EE-737C-E86F-C3CD-89E674E370DA}" dt="2025-12-12T16:11:11.864" v="439" actId="1076"/>
          <ac:picMkLst>
            <pc:docMk/>
            <pc:sldMk cId="2583300102" sldId="257"/>
            <ac:picMk id="3" creationId="{BFC60D27-65DE-2033-368C-0DD863F056AB}"/>
          </ac:picMkLst>
        </pc:picChg>
        <pc:picChg chg="add mod">
          <ac:chgData name="Jian Huang" userId="S::jianhuang@umass.edu::cceb65c6-4fe9-43ae-8ac3-0c77a86496d4" providerId="AD" clId="Web-{84A3B6EE-737C-E86F-C3CD-89E674E370DA}" dt="2025-12-12T16:11:11.879" v="441" actId="1076"/>
          <ac:picMkLst>
            <pc:docMk/>
            <pc:sldMk cId="2583300102" sldId="257"/>
            <ac:picMk id="7" creationId="{02BC4BE3-A789-369A-342D-323D779CE722}"/>
          </ac:picMkLst>
        </pc:picChg>
        <pc:picChg chg="add mod">
          <ac:chgData name="Jian Huang" userId="S::jianhuang@umass.edu::cceb65c6-4fe9-43ae-8ac3-0c77a86496d4" providerId="AD" clId="Web-{84A3B6EE-737C-E86F-C3CD-89E674E370DA}" dt="2025-12-12T16:16:43.379" v="611" actId="1076"/>
          <ac:picMkLst>
            <pc:docMk/>
            <pc:sldMk cId="2583300102" sldId="257"/>
            <ac:picMk id="19" creationId="{89EFF3B9-61BB-E760-E8B1-33C909071B58}"/>
          </ac:picMkLst>
        </pc:picChg>
      </pc:sldChg>
      <pc:sldChg chg="addSp delSp modSp">
        <pc:chgData name="Jian Huang" userId="S::jianhuang@umass.edu::cceb65c6-4fe9-43ae-8ac3-0c77a86496d4" providerId="AD" clId="Web-{84A3B6EE-737C-E86F-C3CD-89E674E370DA}" dt="2025-12-12T16:34:46.178" v="2118"/>
        <pc:sldMkLst>
          <pc:docMk/>
          <pc:sldMk cId="4028849659" sldId="258"/>
        </pc:sldMkLst>
        <pc:spChg chg="mod">
          <ac:chgData name="Jian Huang" userId="S::jianhuang@umass.edu::cceb65c6-4fe9-43ae-8ac3-0c77a86496d4" providerId="AD" clId="Web-{84A3B6EE-737C-E86F-C3CD-89E674E370DA}" dt="2025-12-12T16:27:13.958" v="1660" actId="20577"/>
          <ac:spMkLst>
            <pc:docMk/>
            <pc:sldMk cId="4028849659" sldId="258"/>
            <ac:spMk id="2" creationId="{04DF721D-F7B6-D6A3-9A11-FA8EF55A540A}"/>
          </ac:spMkLst>
        </pc:spChg>
        <pc:spChg chg="add del mod">
          <ac:chgData name="Jian Huang" userId="S::jianhuang@umass.edu::cceb65c6-4fe9-43ae-8ac3-0c77a86496d4" providerId="AD" clId="Web-{84A3B6EE-737C-E86F-C3CD-89E674E370DA}" dt="2025-12-12T16:27:16.286" v="1661"/>
          <ac:spMkLst>
            <pc:docMk/>
            <pc:sldMk cId="4028849659" sldId="258"/>
            <ac:spMk id="3" creationId="{1D228155-9820-896A-CAC9-E1E8642B8853}"/>
          </ac:spMkLst>
        </pc:spChg>
        <pc:graphicFrameChg chg="add mod modGraphic">
          <ac:chgData name="Jian Huang" userId="S::jianhuang@umass.edu::cceb65c6-4fe9-43ae-8ac3-0c77a86496d4" providerId="AD" clId="Web-{84A3B6EE-737C-E86F-C3CD-89E674E370DA}" dt="2025-12-12T16:34:46.178" v="2118"/>
          <ac:graphicFrameMkLst>
            <pc:docMk/>
            <pc:sldMk cId="4028849659" sldId="258"/>
            <ac:graphicFrameMk id="4" creationId="{5EEE2795-7F32-AB1F-0B48-EA1C7E9D2AFE}"/>
          </ac:graphicFrameMkLst>
        </pc:graphicFrameChg>
        <pc:picChg chg="add mod">
          <ac:chgData name="Jian Huang" userId="S::jianhuang@umass.edu::cceb65c6-4fe9-43ae-8ac3-0c77a86496d4" providerId="AD" clId="Web-{84A3B6EE-737C-E86F-C3CD-89E674E370DA}" dt="2025-12-12T16:31:35.349" v="2114" actId="1076"/>
          <ac:picMkLst>
            <pc:docMk/>
            <pc:sldMk cId="4028849659" sldId="258"/>
            <ac:picMk id="6" creationId="{1CC24BD6-25ED-9146-9AFA-2DE7B4714DBD}"/>
          </ac:picMkLst>
        </pc:picChg>
      </pc:sldChg>
      <pc:sldChg chg="addSp modSp">
        <pc:chgData name="Jian Huang" userId="S::jianhuang@umass.edu::cceb65c6-4fe9-43ae-8ac3-0c77a86496d4" providerId="AD" clId="Web-{84A3B6EE-737C-E86F-C3CD-89E674E370DA}" dt="2025-12-12T16:40:15.631" v="2161" actId="20577"/>
        <pc:sldMkLst>
          <pc:docMk/>
          <pc:sldMk cId="43768601" sldId="261"/>
        </pc:sldMkLst>
        <pc:spChg chg="mod">
          <ac:chgData name="Jian Huang" userId="S::jianhuang@umass.edu::cceb65c6-4fe9-43ae-8ac3-0c77a86496d4" providerId="AD" clId="Web-{84A3B6EE-737C-E86F-C3CD-89E674E370DA}" dt="2025-12-12T16:36:18.974" v="2149" actId="20577"/>
          <ac:spMkLst>
            <pc:docMk/>
            <pc:sldMk cId="43768601" sldId="261"/>
            <ac:spMk id="2" creationId="{17597FC6-8E36-AD86-B49E-EBE3530E1500}"/>
          </ac:spMkLst>
        </pc:spChg>
        <pc:spChg chg="add mod">
          <ac:chgData name="Jian Huang" userId="S::jianhuang@umass.edu::cceb65c6-4fe9-43ae-8ac3-0c77a86496d4" providerId="AD" clId="Web-{84A3B6EE-737C-E86F-C3CD-89E674E370DA}" dt="2025-12-12T16:40:15.631" v="2161" actId="20577"/>
          <ac:spMkLst>
            <pc:docMk/>
            <pc:sldMk cId="43768601" sldId="261"/>
            <ac:spMk id="3" creationId="{3D00AB8A-4B89-B93E-D4C2-27028419C594}"/>
          </ac:spMkLst>
        </pc:spChg>
      </pc:sldChg>
      <pc:sldChg chg="addSp delSp modSp del">
        <pc:chgData name="Jian Huang" userId="S::jianhuang@umass.edu::cceb65c6-4fe9-43ae-8ac3-0c77a86496d4" providerId="AD" clId="Web-{84A3B6EE-737C-E86F-C3CD-89E674E370DA}" dt="2025-12-12T16:59:47.292" v="2179"/>
        <pc:sldMkLst>
          <pc:docMk/>
          <pc:sldMk cId="2190353499" sldId="262"/>
        </pc:sldMkLst>
        <pc:spChg chg="del">
          <ac:chgData name="Jian Huang" userId="S::jianhuang@umass.edu::cceb65c6-4fe9-43ae-8ac3-0c77a86496d4" providerId="AD" clId="Web-{84A3B6EE-737C-E86F-C3CD-89E674E370DA}" dt="2025-12-12T16:58:37.714" v="2171"/>
          <ac:spMkLst>
            <pc:docMk/>
            <pc:sldMk cId="2190353499" sldId="262"/>
            <ac:spMk id="2" creationId="{989078BB-A037-BD52-0EFC-3100BC24E2B3}"/>
          </ac:spMkLst>
        </pc:spChg>
        <pc:spChg chg="mod">
          <ac:chgData name="Jian Huang" userId="S::jianhuang@umass.edu::cceb65c6-4fe9-43ae-8ac3-0c77a86496d4" providerId="AD" clId="Web-{84A3B6EE-737C-E86F-C3CD-89E674E370DA}" dt="2025-12-12T16:58:35.636" v="2170" actId="20577"/>
          <ac:spMkLst>
            <pc:docMk/>
            <pc:sldMk cId="2190353499" sldId="262"/>
            <ac:spMk id="3" creationId="{EBAC3B0F-585A-322B-225A-8376474B8D0E}"/>
          </ac:spMkLst>
        </pc:spChg>
        <pc:spChg chg="add del mod">
          <ac:chgData name="Jian Huang" userId="S::jianhuang@umass.edu::cceb65c6-4fe9-43ae-8ac3-0c77a86496d4" providerId="AD" clId="Web-{84A3B6EE-737C-E86F-C3CD-89E674E370DA}" dt="2025-12-12T16:59:45.682" v="2178"/>
          <ac:spMkLst>
            <pc:docMk/>
            <pc:sldMk cId="2190353499" sldId="262"/>
            <ac:spMk id="4" creationId="{A3E1D95B-2461-34E5-B8EF-5E178AFD8446}"/>
          </ac:spMkLst>
        </pc:spChg>
      </pc:sldChg>
    </pc:docChg>
  </pc:docChgLst>
  <pc:docChgLst>
    <pc:chgData name="Jian Huang" userId="S::jianhuang@umass.edu::cceb65c6-4fe9-43ae-8ac3-0c77a86496d4" providerId="AD" clId="Web-{67E77C01-DE76-B9BE-EEE1-EC2D86DF5AC0}"/>
    <pc:docChg chg="modSld">
      <pc:chgData name="Jian Huang" userId="S::jianhuang@umass.edu::cceb65c6-4fe9-43ae-8ac3-0c77a86496d4" providerId="AD" clId="Web-{67E77C01-DE76-B9BE-EEE1-EC2D86DF5AC0}" dt="2025-12-12T00:17:45.645" v="6" actId="1076"/>
      <pc:docMkLst>
        <pc:docMk/>
      </pc:docMkLst>
      <pc:sldChg chg="modSp">
        <pc:chgData name="Jian Huang" userId="S::jianhuang@umass.edu::cceb65c6-4fe9-43ae-8ac3-0c77a86496d4" providerId="AD" clId="Web-{67E77C01-DE76-B9BE-EEE1-EC2D86DF5AC0}" dt="2025-12-12T00:05:38.066" v="3" actId="20577"/>
        <pc:sldMkLst>
          <pc:docMk/>
          <pc:sldMk cId="3460358399" sldId="256"/>
        </pc:sldMkLst>
        <pc:spChg chg="mod">
          <ac:chgData name="Jian Huang" userId="S::jianhuang@umass.edu::cceb65c6-4fe9-43ae-8ac3-0c77a86496d4" providerId="AD" clId="Web-{67E77C01-DE76-B9BE-EEE1-EC2D86DF5AC0}" dt="2025-12-12T00:05:35.378" v="2" actId="20577"/>
          <ac:spMkLst>
            <pc:docMk/>
            <pc:sldMk cId="3460358399" sldId="256"/>
            <ac:spMk id="2" creationId="{3C4D59B8-067C-AE47-FE7E-4D18082CDD6C}"/>
          </ac:spMkLst>
        </pc:spChg>
        <pc:spChg chg="mod">
          <ac:chgData name="Jian Huang" userId="S::jianhuang@umass.edu::cceb65c6-4fe9-43ae-8ac3-0c77a86496d4" providerId="AD" clId="Web-{67E77C01-DE76-B9BE-EEE1-EC2D86DF5AC0}" dt="2025-12-12T00:05:38.066" v="3" actId="20577"/>
          <ac:spMkLst>
            <pc:docMk/>
            <pc:sldMk cId="3460358399" sldId="256"/>
            <ac:spMk id="3" creationId="{050B39A8-5C69-0147-49B5-A0F0A4984D5C}"/>
          </ac:spMkLst>
        </pc:spChg>
      </pc:sldChg>
      <pc:sldChg chg="addSp modSp">
        <pc:chgData name="Jian Huang" userId="S::jianhuang@umass.edu::cceb65c6-4fe9-43ae-8ac3-0c77a86496d4" providerId="AD" clId="Web-{67E77C01-DE76-B9BE-EEE1-EC2D86DF5AC0}" dt="2025-12-12T00:17:45.645" v="6" actId="1076"/>
        <pc:sldMkLst>
          <pc:docMk/>
          <pc:sldMk cId="2583300102" sldId="257"/>
        </pc:sldMkLst>
        <pc:picChg chg="add mod">
          <ac:chgData name="Jian Huang" userId="S::jianhuang@umass.edu::cceb65c6-4fe9-43ae-8ac3-0c77a86496d4" providerId="AD" clId="Web-{67E77C01-DE76-B9BE-EEE1-EC2D86DF5AC0}" dt="2025-12-12T00:17:45.645" v="6" actId="1076"/>
          <ac:picMkLst>
            <pc:docMk/>
            <pc:sldMk cId="2583300102" sldId="257"/>
            <ac:picMk id="3" creationId="{BFC60D27-65DE-2033-368C-0DD863F056A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BD5AA7-AF87-428F-BDD1-FEC8697C47DB}" type="datetimeFigureOut"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5E4FB-B503-4301-AF42-DC6FDF2017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01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Because the update gate is trying to determine how much the old cell state should preserved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5E4FB-B503-4301-AF42-DC6FDF201739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40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3BE26-1603-9FFA-852C-2FB0C89D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5463"/>
            <a:ext cx="9144000" cy="23876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1" baseline="0">
                <a:solidFill>
                  <a:srgbClr val="88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30FC6C-021D-3345-2601-B32B8256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1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6977844-7730-EC41-812D-BD39E127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CEB14378-3970-0942-645A-F7449611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30CF73F-F8A8-D0E1-9455-08B34FB6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9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8BE3F-FDE8-F860-7874-7AB81E749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1253331"/>
            <a:ext cx="10877550" cy="435133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52B26-0DA0-A528-C9AF-6E2F47A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C981F-794A-C12D-9DFC-924522E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D4D45-CE9A-247E-8770-3221E1FD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14AF52A-6027-2954-26DD-DF88DDB1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4515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0523D-6236-CC5D-1ADA-9C1667E9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001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63100-FCED-82E8-2A78-ABDDC679C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93925"/>
            <a:ext cx="5157787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F843F9-3C09-B685-4485-DACD1F1DB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7001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DA3D19-55BA-1FD9-E20D-B9C8F6C4A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19392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EEB4C-E633-1E1C-105D-2ED7E761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8E1CC-0082-431D-B1AE-E8272801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A782B4-A00B-4FD6-72C7-A0F0B644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标题占位符 8">
            <a:extLst>
              <a:ext uri="{FF2B5EF4-FFF2-40B4-BE49-F238E27FC236}">
                <a16:creationId xmlns:a16="http://schemas.microsoft.com/office/drawing/2014/main" id="{B83ED8B0-7AB2-7B09-0305-13AD421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884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C4E53B-0CA2-E3C4-7CFD-2730C405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54A7D-6C49-F75D-97D6-5C1BE5E5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5D48D-DC63-0579-A48B-42B4465D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标题占位符 8">
            <a:extLst>
              <a:ext uri="{FF2B5EF4-FFF2-40B4-BE49-F238E27FC236}">
                <a16:creationId xmlns:a16="http://schemas.microsoft.com/office/drawing/2014/main" id="{00EF0D21-563E-08C8-EB9C-FE633524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788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3BE26-1603-9FFA-852C-2FB0C89D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5463"/>
            <a:ext cx="9144000" cy="23876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1" baseline="0">
                <a:solidFill>
                  <a:srgbClr val="88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30FC6C-021D-3345-2601-B32B8256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1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6977844-7730-EC41-812D-BD39E127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CEB14378-3970-0942-645A-F7449611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30CF73F-F8A8-D0E1-9455-08B34FB6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0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8BE3F-FDE8-F860-7874-7AB81E749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1253331"/>
            <a:ext cx="10877550" cy="435133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52B26-0DA0-A528-C9AF-6E2F47A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C981F-794A-C12D-9DFC-924522E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D4D45-CE9A-247E-8770-3221E1FD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14AF52A-6027-2954-26DD-DF88DDB1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491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0523D-6236-CC5D-1ADA-9C1667E9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001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63100-FCED-82E8-2A78-ABDDC679C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93925"/>
            <a:ext cx="5157787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F843F9-3C09-B685-4485-DACD1F1DB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7001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DA3D19-55BA-1FD9-E20D-B9C8F6C4A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19392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EEB4C-E633-1E1C-105D-2ED7E761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8E1CC-0082-431D-B1AE-E8272801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A782B4-A00B-4FD6-72C7-A0F0B644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标题占位符 8">
            <a:extLst>
              <a:ext uri="{FF2B5EF4-FFF2-40B4-BE49-F238E27FC236}">
                <a16:creationId xmlns:a16="http://schemas.microsoft.com/office/drawing/2014/main" id="{B83ED8B0-7AB2-7B09-0305-13AD421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493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C4E53B-0CA2-E3C4-7CFD-2730C405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54A7D-6C49-F75D-97D6-5C1BE5E5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5D48D-DC63-0579-A48B-42B4465D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标题占位符 8">
            <a:extLst>
              <a:ext uri="{FF2B5EF4-FFF2-40B4-BE49-F238E27FC236}">
                <a16:creationId xmlns:a16="http://schemas.microsoft.com/office/drawing/2014/main" id="{00EF0D21-563E-08C8-EB9C-FE633524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898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8D109-2004-FF4C-790F-FAEFF180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831" y="13469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DED2E-9D38-6687-1F01-A713283E7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A3DE3-3028-B341-8A2F-7A9AE27F2E5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05ED2E-7726-7ADA-B38D-0FB16F4A8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15601-C87F-7803-7A8C-724839C1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defRPr>
            </a:lvl1pPr>
          </a:lstStyle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DAC40E-B322-41BE-E402-B0DAEF70D67D}"/>
              </a:ext>
            </a:extLst>
          </p:cNvPr>
          <p:cNvSpPr/>
          <p:nvPr userDrawn="1"/>
        </p:nvSpPr>
        <p:spPr>
          <a:xfrm>
            <a:off x="0" y="2"/>
            <a:ext cx="12192000" cy="756944"/>
          </a:xfrm>
          <a:prstGeom prst="rect">
            <a:avLst/>
          </a:prstGeom>
          <a:solidFill>
            <a:srgbClr val="88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latin typeface="Arial Black" panose="020B0A040201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2375D5-89F6-D0CD-5766-EE0B132C5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212" y="160293"/>
            <a:ext cx="435132" cy="4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8DAC40E-B322-41BE-E402-B0DAEF70D67D}"/>
              </a:ext>
            </a:extLst>
          </p:cNvPr>
          <p:cNvSpPr/>
          <p:nvPr userDrawn="1"/>
        </p:nvSpPr>
        <p:spPr>
          <a:xfrm>
            <a:off x="0" y="6114403"/>
            <a:ext cx="12192000" cy="756944"/>
          </a:xfrm>
          <a:prstGeom prst="rect">
            <a:avLst/>
          </a:prstGeom>
          <a:solidFill>
            <a:srgbClr val="88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latin typeface="Arial Black" panose="020B0A04020102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8D109-2004-FF4C-790F-FAEFF180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831" y="13469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DED2E-9D38-6687-1F01-A713283E7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A3DE3-3028-B341-8A2F-7A9AE27F2E5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05ED2E-7726-7ADA-B38D-0FB16F4A8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15601-C87F-7803-7A8C-724839C1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defRPr>
            </a:lvl1pPr>
          </a:lstStyle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2375D5-89F6-D0CD-5766-EE0B132C5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4" y="6275309"/>
            <a:ext cx="435132" cy="4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7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7" r:id="rId2"/>
    <p:sldLayoutId id="2147483668" r:id="rId3"/>
    <p:sldLayoutId id="2147483669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59B8-067C-AE47-FE7E-4D18082CDD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ctr" anchorCtr="0"/>
          <a:lstStyle/>
          <a:p>
            <a:r>
              <a:rPr lang="en-US" dirty="0">
                <a:latin typeface="Arial"/>
                <a:cs typeface="Arial"/>
              </a:rPr>
              <a:t>RNN explained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B39A8-5C69-0147-49B5-A0F0A4984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Jian</a:t>
            </a:r>
          </a:p>
        </p:txBody>
      </p:sp>
    </p:spTree>
    <p:extLst>
      <p:ext uri="{BB962C8B-B14F-4D97-AF65-F5344CB8AC3E}">
        <p14:creationId xmlns:p14="http://schemas.microsoft.com/office/powerpoint/2010/main" val="346035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46BC-F3A9-218D-BC1A-227E6FEA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BFC60D27-65DE-2033-368C-0DD863F05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585" y="983377"/>
            <a:ext cx="7645400" cy="35199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678BFB-947F-01EC-DB25-9F4ADC8A2353}"/>
              </a:ext>
            </a:extLst>
          </p:cNvPr>
          <p:cNvSpPr txBox="1"/>
          <p:nvPr/>
        </p:nvSpPr>
        <p:spPr>
          <a:xfrm>
            <a:off x="869603" y="4485640"/>
            <a:ext cx="1052668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u="sng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What stays the same?</a:t>
            </a:r>
            <a:endParaRPr lang="en-US" sz="1400" dirty="0">
              <a:solidFill>
                <a:srgbClr val="273239"/>
              </a:solidFill>
              <a:latin typeface="Arial"/>
              <a:ea typeface="Nunito"/>
              <a:cs typeface="Arial"/>
            </a:endParaRP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Same calculation for</a:t>
            </a:r>
            <a:r>
              <a:rPr lang="en-US" sz="1400" dirty="0">
                <a:solidFill>
                  <a:schemeClr val="accent6"/>
                </a:solidFill>
                <a:latin typeface="Arial"/>
                <a:ea typeface="Nunito"/>
                <a:cs typeface="Arial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Arial"/>
                <a:ea typeface="Nunito"/>
                <a:cs typeface="Arial"/>
              </a:rPr>
              <a:t>the candidate cell state</a:t>
            </a:r>
            <a:r>
              <a:rPr lang="en-US" sz="1400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 via relevance/reset gate: </a:t>
            </a:r>
          </a:p>
          <a:p>
            <a:pPr marL="800100" lvl="1" indent="-342900">
              <a:buFont typeface="Courier New"/>
              <a:buChar char="o"/>
            </a:pPr>
            <a:r>
              <a:rPr lang="en-US" sz="1400" b="1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how previous hidden state info should be preserved</a:t>
            </a:r>
            <a:r>
              <a:rPr lang="en-US" sz="1400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?</a:t>
            </a:r>
            <a:endParaRPr lang="en-US">
              <a:cs typeface="Arial" panose="020B0604020202020204"/>
            </a:endParaRPr>
          </a:p>
          <a:p>
            <a:r>
              <a:rPr lang="en-US" sz="1400" u="sng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What changes?</a:t>
            </a:r>
            <a:endParaRPr lang="en-US" sz="1400" dirty="0">
              <a:solidFill>
                <a:srgbClr val="273239"/>
              </a:solidFill>
              <a:latin typeface="Arial"/>
              <a:ea typeface="Nunito"/>
              <a:cs typeface="Arial"/>
            </a:endParaRP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combining </a:t>
            </a:r>
            <a:r>
              <a:rPr lang="en-US" sz="1400" dirty="0">
                <a:latin typeface="Arial"/>
                <a:ea typeface="Nunito"/>
                <a:cs typeface="Arial"/>
              </a:rPr>
              <a:t>the </a:t>
            </a:r>
            <a:r>
              <a:rPr lang="en-US" sz="1400" dirty="0">
                <a:solidFill>
                  <a:srgbClr val="00B050"/>
                </a:solidFill>
                <a:latin typeface="Arial"/>
                <a:ea typeface="Nunito"/>
                <a:cs typeface="Arial"/>
              </a:rPr>
              <a:t>update/input</a:t>
            </a:r>
            <a:r>
              <a:rPr lang="en-US" sz="1400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 and</a:t>
            </a:r>
            <a:r>
              <a:rPr lang="en-US" sz="1400" dirty="0">
                <a:solidFill>
                  <a:schemeClr val="accent6"/>
                </a:solidFill>
                <a:latin typeface="Arial"/>
                <a:ea typeface="Nunito"/>
                <a:cs typeface="Arial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Arial"/>
                <a:ea typeface="Nunito"/>
                <a:cs typeface="Arial"/>
              </a:rPr>
              <a:t>forget gates</a:t>
            </a:r>
            <a:r>
              <a:rPr lang="en-US" sz="1400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 into a single</a:t>
            </a:r>
            <a:r>
              <a:rPr lang="en-US" sz="1400" dirty="0">
                <a:solidFill>
                  <a:schemeClr val="accent6"/>
                </a:solidFill>
                <a:latin typeface="Arial"/>
                <a:ea typeface="Nunito"/>
                <a:cs typeface="Arial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Arial"/>
                <a:ea typeface="Nunito"/>
                <a:cs typeface="Arial"/>
              </a:rPr>
              <a:t>update </a:t>
            </a:r>
            <a:r>
              <a:rPr lang="en-US" sz="1400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("</a:t>
            </a:r>
            <a:r>
              <a:rPr lang="en-US" sz="1400" b="1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u</a:t>
            </a:r>
            <a:r>
              <a:rPr lang="en-US" sz="1400" dirty="0">
                <a:solidFill>
                  <a:srgbClr val="273239"/>
                </a:solidFill>
                <a:latin typeface="Arial"/>
                <a:ea typeface="Nunito"/>
                <a:cs typeface="Arial"/>
              </a:rPr>
              <a:t>") </a:t>
            </a:r>
            <a:r>
              <a:rPr lang="en-US" sz="1400" dirty="0">
                <a:solidFill>
                  <a:srgbClr val="00B050"/>
                </a:solidFill>
                <a:latin typeface="Arial"/>
                <a:ea typeface="Nunito"/>
                <a:cs typeface="Arial"/>
              </a:rPr>
              <a:t>gate </a:t>
            </a:r>
            <a:r>
              <a:rPr lang="en-US" sz="1400" dirty="0">
                <a:latin typeface="Arial"/>
                <a:ea typeface="Nunito"/>
                <a:cs typeface="Arial"/>
              </a:rPr>
              <a:t>(--&gt; reduce number of weights/params)</a:t>
            </a:r>
            <a:endParaRPr lang="en-US" sz="1400">
              <a:latin typeface="Arial"/>
              <a:cs typeface="Arial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1400" dirty="0">
                <a:latin typeface="Arial"/>
                <a:cs typeface="Arial"/>
              </a:rPr>
              <a:t>Why this makes sense or can perform mostly equally to LSTM?</a:t>
            </a:r>
          </a:p>
          <a:p>
            <a:pPr marL="800100" lvl="1" indent="-342900">
              <a:buFont typeface="Courier New"/>
              <a:buChar char="o"/>
            </a:pPr>
            <a:r>
              <a:rPr lang="en-US" sz="1400" b="1" dirty="0">
                <a:latin typeface="Arial"/>
                <a:cs typeface="Arial"/>
              </a:rPr>
              <a:t>How previous cell state info should be preserved?</a:t>
            </a:r>
          </a:p>
          <a:p>
            <a:pPr marL="342900" indent="-342900">
              <a:buAutoNum type="arabicPeriod"/>
            </a:pPr>
            <a:r>
              <a:rPr lang="en-US" sz="1400" dirty="0">
                <a:latin typeface="Arial"/>
                <a:cs typeface="Arial"/>
              </a:rPr>
              <a:t>Copy cell state to hidden state</a:t>
            </a:r>
          </a:p>
          <a:p>
            <a:r>
              <a:rPr lang="en-US" sz="1400" dirty="0">
                <a:latin typeface="Arial"/>
                <a:cs typeface="Arial"/>
              </a:rPr>
              <a:t>What should you choose in practice?</a:t>
            </a:r>
          </a:p>
          <a:p>
            <a:pPr marL="342900" indent="-342900">
              <a:buAutoNum type="arabicPeriod"/>
            </a:pPr>
            <a:r>
              <a:rPr lang="en-US" sz="1400" dirty="0">
                <a:latin typeface="Arial"/>
                <a:cs typeface="Arial"/>
              </a:rPr>
              <a:t>Trade-off between computational efficiency and expressive 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5C522-5EC8-8324-CBDF-5669B5FECE37}"/>
              </a:ext>
            </a:extLst>
          </p:cNvPr>
          <p:cNvSpPr txBox="1"/>
          <p:nvPr/>
        </p:nvSpPr>
        <p:spPr>
          <a:xfrm>
            <a:off x="0" y="6609080"/>
            <a:ext cx="593344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https://stanford.edu/~shervine/teaching/cs-230/cheatsheet-recurrent-neural-networks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8DB96-E4E3-3402-6E2F-5B24F4BDCBAE}"/>
              </a:ext>
            </a:extLst>
          </p:cNvPr>
          <p:cNvSpPr txBox="1"/>
          <p:nvPr/>
        </p:nvSpPr>
        <p:spPr>
          <a:xfrm>
            <a:off x="9155987" y="1551606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"u": update/input gate</a:t>
            </a:r>
          </a:p>
          <a:p>
            <a:r>
              <a:rPr lang="en-US" dirty="0">
                <a:cs typeface="Arial"/>
              </a:rPr>
              <a:t>"r": relevance/reset gate</a:t>
            </a:r>
          </a:p>
          <a:p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"f": forget gate</a:t>
            </a:r>
          </a:p>
          <a:p>
            <a:r>
              <a:rPr lang="en-US" dirty="0">
                <a:cs typeface="Arial"/>
              </a:rPr>
              <a:t>"o": output gate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BC4BE3-A789-369A-342D-323D779CE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530" y="983297"/>
            <a:ext cx="2705100" cy="542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7BA763-85AA-6234-C150-39D2B62F4BA4}"/>
              </a:ext>
            </a:extLst>
          </p:cNvPr>
          <p:cNvSpPr txBox="1"/>
          <p:nvPr/>
        </p:nvSpPr>
        <p:spPr>
          <a:xfrm>
            <a:off x="203246" y="1992535"/>
            <a:ext cx="14325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cs typeface="Arial"/>
              </a:rPr>
              <a:t>Hidden state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A6673-D7BD-2CC4-DF1B-877A62D77156}"/>
              </a:ext>
            </a:extLst>
          </p:cNvPr>
          <p:cNvSpPr txBox="1"/>
          <p:nvPr/>
        </p:nvSpPr>
        <p:spPr>
          <a:xfrm>
            <a:off x="365760" y="1691640"/>
            <a:ext cx="12700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baseline="0" dirty="0">
                <a:latin typeface="Arial"/>
                <a:cs typeface="Arial"/>
              </a:rPr>
              <a:t>Cell </a:t>
            </a:r>
            <a:r>
              <a:rPr lang="en-US" sz="1400" b="1" dirty="0">
                <a:latin typeface="Arial"/>
                <a:cs typeface="Arial"/>
              </a:rPr>
              <a:t>state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FFD1655-3024-3783-87DB-D4E31E8E7D90}"/>
              </a:ext>
            </a:extLst>
          </p:cNvPr>
          <p:cNvSpPr/>
          <p:nvPr/>
        </p:nvSpPr>
        <p:spPr>
          <a:xfrm>
            <a:off x="8137822" y="2297465"/>
            <a:ext cx="502961" cy="44708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07D15B-9897-82B9-D9E8-CFA0A2C23F51}"/>
              </a:ext>
            </a:extLst>
          </p:cNvPr>
          <p:cNvSpPr/>
          <p:nvPr/>
        </p:nvSpPr>
        <p:spPr>
          <a:xfrm>
            <a:off x="8137821" y="3079784"/>
            <a:ext cx="502961" cy="44708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58036B-D2EC-59D6-0183-9F92AE4C7218}"/>
              </a:ext>
            </a:extLst>
          </p:cNvPr>
          <p:cNvSpPr/>
          <p:nvPr/>
        </p:nvSpPr>
        <p:spPr>
          <a:xfrm>
            <a:off x="5110141" y="2287304"/>
            <a:ext cx="502961" cy="44708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FB31D82-950C-3C72-9DE0-5DA31BEF2ADB}"/>
              </a:ext>
            </a:extLst>
          </p:cNvPr>
          <p:cNvSpPr/>
          <p:nvPr/>
        </p:nvSpPr>
        <p:spPr>
          <a:xfrm>
            <a:off x="5110140" y="3069624"/>
            <a:ext cx="502961" cy="44708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7D654B-806E-9559-3EFD-9281FE108261}"/>
              </a:ext>
            </a:extLst>
          </p:cNvPr>
          <p:cNvSpPr/>
          <p:nvPr/>
        </p:nvSpPr>
        <p:spPr>
          <a:xfrm>
            <a:off x="2885100" y="2277144"/>
            <a:ext cx="502961" cy="447086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076CB8F-3DBB-89A5-0C7A-7A85452D085C}"/>
              </a:ext>
            </a:extLst>
          </p:cNvPr>
          <p:cNvSpPr/>
          <p:nvPr/>
        </p:nvSpPr>
        <p:spPr>
          <a:xfrm>
            <a:off x="2885100" y="3059464"/>
            <a:ext cx="502961" cy="447086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0CDEF2-327E-9562-DEC6-6D079F6E6CC1}"/>
              </a:ext>
            </a:extLst>
          </p:cNvPr>
          <p:cNvSpPr/>
          <p:nvPr/>
        </p:nvSpPr>
        <p:spPr>
          <a:xfrm>
            <a:off x="5902620" y="2256824"/>
            <a:ext cx="502961" cy="447086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4DA3960-15C4-BD36-813D-611637623458}"/>
              </a:ext>
            </a:extLst>
          </p:cNvPr>
          <p:cNvSpPr/>
          <p:nvPr/>
        </p:nvSpPr>
        <p:spPr>
          <a:xfrm>
            <a:off x="5902620" y="3039144"/>
            <a:ext cx="502961" cy="447086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EFF3B9-61BB-E760-E8B1-33C909071B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643" y="4487862"/>
            <a:ext cx="7524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0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F721D-F7B6-D6A3-9A11-FA8EF55A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In practice: Trade-off between efficiency and expressiveness 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EE2795-7F32-AB1F-0B48-EA1C7E9D2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910421"/>
              </p:ext>
            </p:extLst>
          </p:nvPr>
        </p:nvGraphicFramePr>
        <p:xfrm>
          <a:off x="1434408" y="4197559"/>
          <a:ext cx="930677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054">
                  <a:extLst>
                    <a:ext uri="{9D8B030D-6E8A-4147-A177-3AD203B41FA5}">
                      <a16:colId xmlns:a16="http://schemas.microsoft.com/office/drawing/2014/main" val="2076834255"/>
                    </a:ext>
                  </a:extLst>
                </a:gridCol>
                <a:gridCol w="3673023">
                  <a:extLst>
                    <a:ext uri="{9D8B030D-6E8A-4147-A177-3AD203B41FA5}">
                      <a16:colId xmlns:a16="http://schemas.microsoft.com/office/drawing/2014/main" val="1948370502"/>
                    </a:ext>
                  </a:extLst>
                </a:gridCol>
                <a:gridCol w="4061693">
                  <a:extLst>
                    <a:ext uri="{9D8B030D-6E8A-4147-A177-3AD203B41FA5}">
                      <a16:colId xmlns:a16="http://schemas.microsoft.com/office/drawing/2014/main" val="2938380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RNNs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586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200" dirty="0"/>
                        <a:t>Simpler architecture (two gates) with less parameters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200" dirty="0"/>
                        <a:t>Faster training to convergence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200" dirty="0"/>
                        <a:t>Less prone to 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200" dirty="0"/>
                        <a:t>Less flexible memory: the price of losing the "forgetting" gate and using a "coupled" scheme meaning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whenever adding new info forces forgetting old 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02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200" dirty="0"/>
                        <a:t>Higher complexity (four gates) with more expressiveness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200" dirty="0"/>
                        <a:t>Separation of the "forgetting" and "updating": meaning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the model can choose to remember the past while also adding new info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200" dirty="0"/>
                        <a:t>Additional output gate allows fine control of whether the model wants to reveal "memory"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200" dirty="0"/>
                        <a:t>Slower convergence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200" dirty="0"/>
                        <a:t>Higher computing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52733"/>
                  </a:ext>
                </a:extLst>
              </a:tr>
            </a:tbl>
          </a:graphicData>
        </a:graphic>
      </p:graphicFrame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1CC24BD6-25ED-9146-9AFA-2DE7B4714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37" y="937195"/>
            <a:ext cx="6964219" cy="325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49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7FC6-8E36-AD86-B49E-EBE3530E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Implementation of both in </a:t>
            </a:r>
            <a:r>
              <a:rPr lang="en-US" dirty="0" err="1">
                <a:latin typeface="Arial"/>
                <a:cs typeface="Arial"/>
              </a:rPr>
              <a:t>PyTorch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0AB8A-4B89-B93E-D4C2-27028419C594}"/>
              </a:ext>
            </a:extLst>
          </p:cNvPr>
          <p:cNvSpPr txBox="1"/>
          <p:nvPr/>
        </p:nvSpPr>
        <p:spPr>
          <a:xfrm>
            <a:off x="2528455" y="889000"/>
            <a:ext cx="966354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import torch</a:t>
            </a:r>
          </a:p>
          <a:p>
            <a:r>
              <a:rPr lang="en-US" sz="1200"/>
              <a:t>import torch.nn as nn</a:t>
            </a:r>
          </a:p>
          <a:p>
            <a:br>
              <a:rPr lang="en-US" sz="1200"/>
            </a:br>
            <a:r>
              <a:rPr lang="en-US" sz="1200"/>
              <a:t># Example configuration</a:t>
            </a:r>
          </a:p>
          <a:p>
            <a:r>
              <a:rPr lang="en-US" sz="1200"/>
              <a:t>input_size = 10   # Number of input features</a:t>
            </a:r>
          </a:p>
          <a:p>
            <a:r>
              <a:rPr lang="en-US" sz="1200"/>
              <a:t>hidden_size = 20  # Size of hidden state</a:t>
            </a:r>
          </a:p>
          <a:p>
            <a:r>
              <a:rPr lang="en-US" sz="1200"/>
              <a:t>num_layers = 2    # Number of stacked layers</a:t>
            </a:r>
          </a:p>
          <a:p>
            <a:r>
              <a:rPr lang="en-US" sz="1200"/>
              <a:t>seq_len = 5       # Sequence length</a:t>
            </a:r>
          </a:p>
          <a:p>
            <a:r>
              <a:rPr lang="en-US" sz="1200"/>
              <a:t>batch_size = 3    # Batch size</a:t>
            </a:r>
          </a:p>
          <a:p>
            <a:br>
              <a:rPr lang="en-US" sz="1200"/>
            </a:br>
            <a:r>
              <a:rPr lang="en-US" sz="1200"/>
              <a:t># Sample input tensor: (seq_len, batch_size, input_size)</a:t>
            </a:r>
          </a:p>
          <a:p>
            <a:r>
              <a:rPr lang="en-US" sz="1200" b="1" dirty="0"/>
              <a:t>x = </a:t>
            </a:r>
            <a:r>
              <a:rPr lang="en-US" sz="1200" b="1" err="1"/>
              <a:t>torch.randn</a:t>
            </a:r>
            <a:r>
              <a:rPr lang="en-US" sz="1200" b="1" dirty="0"/>
              <a:t>(</a:t>
            </a:r>
            <a:r>
              <a:rPr lang="en-US" sz="1200" b="1" err="1"/>
              <a:t>seq_len</a:t>
            </a:r>
            <a:r>
              <a:rPr lang="en-US" sz="1200" b="1" dirty="0"/>
              <a:t>, </a:t>
            </a:r>
            <a:r>
              <a:rPr lang="en-US" sz="1200" b="1" err="1">
                <a:solidFill>
                  <a:srgbClr val="FF0000"/>
                </a:solidFill>
              </a:rPr>
              <a:t>batch_size</a:t>
            </a:r>
            <a:r>
              <a:rPr lang="en-US" sz="1200" b="1" dirty="0"/>
              <a:t>, </a:t>
            </a:r>
            <a:r>
              <a:rPr lang="en-US" sz="1200" b="1" err="1"/>
              <a:t>input_size</a:t>
            </a:r>
            <a:r>
              <a:rPr lang="en-US" sz="1200" b="1" dirty="0"/>
              <a:t>)</a:t>
            </a:r>
            <a:endParaRPr lang="en-US" sz="1200" b="1" dirty="0">
              <a:cs typeface="Arial"/>
            </a:endParaRPr>
          </a:p>
          <a:p>
            <a:br>
              <a:rPr lang="en-US" sz="1200"/>
            </a:br>
            <a:r>
              <a:rPr lang="en-US" sz="1200"/>
              <a:t># LSTM implementation</a:t>
            </a:r>
          </a:p>
          <a:p>
            <a:r>
              <a:rPr lang="en-US" sz="1200" dirty="0" err="1"/>
              <a:t>lstm</a:t>
            </a:r>
            <a:r>
              <a:rPr lang="en-US" sz="1200" dirty="0"/>
              <a:t> = </a:t>
            </a:r>
            <a:r>
              <a:rPr lang="en-US" sz="1200" b="1" dirty="0" err="1"/>
              <a:t>nn.LSTM</a:t>
            </a:r>
            <a:r>
              <a:rPr lang="en-US" sz="1200" dirty="0"/>
              <a:t>(</a:t>
            </a:r>
            <a:r>
              <a:rPr lang="en-US" sz="1200" dirty="0" err="1"/>
              <a:t>input_size</a:t>
            </a:r>
            <a:r>
              <a:rPr lang="en-US" sz="1200" dirty="0"/>
              <a:t>, </a:t>
            </a:r>
            <a:r>
              <a:rPr lang="en-US" sz="1200" dirty="0" err="1"/>
              <a:t>hidden_size</a:t>
            </a:r>
            <a:r>
              <a:rPr lang="en-US" sz="1200" dirty="0"/>
              <a:t>, </a:t>
            </a:r>
            <a:r>
              <a:rPr lang="en-US" sz="1200" dirty="0" err="1"/>
              <a:t>num_layers</a:t>
            </a:r>
            <a:r>
              <a:rPr lang="en-US" sz="1200" dirty="0"/>
              <a:t>)</a:t>
            </a:r>
            <a:endParaRPr lang="en-US" sz="1200" dirty="0">
              <a:cs typeface="Arial"/>
            </a:endParaRPr>
          </a:p>
          <a:p>
            <a:r>
              <a:rPr lang="en-US" sz="1200"/>
              <a:t>h0 = torch.zeros(num_layers, batch_size, hidden_size)  # Initial hidden state</a:t>
            </a:r>
          </a:p>
          <a:p>
            <a:r>
              <a:rPr lang="en-US" sz="1200"/>
              <a:t>c0 = torch.zeros(num_layers, batch_size, hidden_size)  # Initial cell state</a:t>
            </a:r>
          </a:p>
          <a:p>
            <a:r>
              <a:rPr lang="en-US" sz="1200"/>
              <a:t>output_lstm, (hn_lstm, cn_lstm) = lstm(x, (h0, c0))</a:t>
            </a:r>
          </a:p>
          <a:p>
            <a:br>
              <a:rPr lang="en-US" sz="1200"/>
            </a:br>
            <a:r>
              <a:rPr lang="en-US" sz="1200"/>
              <a:t># GRU implementation</a:t>
            </a:r>
          </a:p>
          <a:p>
            <a:r>
              <a:rPr lang="en-US" sz="1200" dirty="0" err="1"/>
              <a:t>gru</a:t>
            </a:r>
            <a:r>
              <a:rPr lang="en-US" sz="1200" dirty="0"/>
              <a:t> = </a:t>
            </a:r>
            <a:r>
              <a:rPr lang="en-US" sz="1200" b="1" dirty="0" err="1"/>
              <a:t>nn.GRU</a:t>
            </a:r>
            <a:r>
              <a:rPr lang="en-US" sz="1200" dirty="0"/>
              <a:t>(</a:t>
            </a:r>
            <a:r>
              <a:rPr lang="en-US" sz="1200" dirty="0" err="1"/>
              <a:t>input_size</a:t>
            </a:r>
            <a:r>
              <a:rPr lang="en-US" sz="1200" dirty="0"/>
              <a:t>, </a:t>
            </a:r>
            <a:r>
              <a:rPr lang="en-US" sz="1200" dirty="0" err="1"/>
              <a:t>hidden_size</a:t>
            </a:r>
            <a:r>
              <a:rPr lang="en-US" sz="1200" dirty="0"/>
              <a:t>, </a:t>
            </a:r>
            <a:r>
              <a:rPr lang="en-US" sz="1200" dirty="0" err="1"/>
              <a:t>num_layers</a:t>
            </a:r>
            <a:r>
              <a:rPr lang="en-US" sz="1200" dirty="0"/>
              <a:t>)</a:t>
            </a:r>
            <a:endParaRPr lang="en-US" sz="1200" dirty="0">
              <a:cs typeface="Arial"/>
            </a:endParaRPr>
          </a:p>
          <a:p>
            <a:r>
              <a:rPr lang="en-US" sz="1200"/>
              <a:t>h0_gru = torch.zeros(num_layers, batch_size, hidden_size)  # Initial hidden state</a:t>
            </a:r>
          </a:p>
          <a:p>
            <a:r>
              <a:rPr lang="en-US" sz="1200"/>
              <a:t>output_gru, hn_gru = gru(x, h0_gru)</a:t>
            </a:r>
          </a:p>
          <a:p>
            <a:br>
              <a:rPr lang="en-US" sz="1200"/>
            </a:br>
            <a:r>
              <a:rPr lang="en-US" sz="1200"/>
              <a:t>print("LSTM output shape:", output_lstm.shape)</a:t>
            </a:r>
          </a:p>
          <a:p>
            <a:r>
              <a:rPr lang="en-US" sz="1200"/>
              <a:t>print("GRU output shape:", output_gru.shape)</a:t>
            </a:r>
          </a:p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3768601"/>
      </p:ext>
    </p:extLst>
  </p:cSld>
  <p:clrMapOvr>
    <a:masterClrMapping/>
  </p:clrMapOvr>
</p:sld>
</file>

<file path=ppt/theme/theme1.xml><?xml version="1.0" encoding="utf-8"?>
<a:theme xmlns:a="http://schemas.openxmlformats.org/drawingml/2006/main" name="jian_pers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jianhuang" id="{B610B1EE-D762-DF48-97C3-A7E9B4F0EE75}" vid="{460C4233-78C4-8248-8711-AE6B6EF1A1A3}"/>
    </a:ext>
  </a:extLst>
</a:theme>
</file>

<file path=ppt/theme/theme2.xml><?xml version="1.0" encoding="utf-8"?>
<a:theme xmlns:a="http://schemas.openxmlformats.org/drawingml/2006/main" name="1_jian_pers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jianhuang" id="{B610B1EE-D762-DF48-97C3-A7E9B4F0EE75}" vid="{9E71AED6-699C-844C-819F-677F42ECB4B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jian_personal</Template>
  <TotalTime>1</TotalTime>
  <Words>0</Words>
  <Application>Microsoft Office PowerPoint</Application>
  <PresentationFormat>Widescreen</PresentationFormat>
  <Paragraphs>0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jian_personal</vt:lpstr>
      <vt:lpstr>1_jian_personal</vt:lpstr>
      <vt:lpstr>RNN explained</vt:lpstr>
      <vt:lpstr>PowerPoint Presentation</vt:lpstr>
      <vt:lpstr>In practice: Trade-off between efficiency and expressiveness </vt:lpstr>
      <vt:lpstr>Implementation of both in PyTorch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JianHuang</dc:creator>
  <cp:lastModifiedBy>JianHuang</cp:lastModifiedBy>
  <cp:revision>277</cp:revision>
  <dcterms:created xsi:type="dcterms:W3CDTF">2025-11-04T23:20:31Z</dcterms:created>
  <dcterms:modified xsi:type="dcterms:W3CDTF">2025-12-12T16:59:56Z</dcterms:modified>
</cp:coreProperties>
</file>