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5" r:id="rId2"/>
  </p:sldMasterIdLst>
  <p:sldIdLst>
    <p:sldId id="256" r:id="rId3"/>
    <p:sldId id="257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D66983-7858-7D15-9887-1A085D1092F9}" v="62" dt="2025-12-19T17:13:27.686"/>
    <p1510:client id="{5023D35F-D194-77BD-42E9-0DE144467698}" v="1518" dt="2025-12-19T01:24:39.464"/>
    <p1510:client id="{70BC6C80-D420-A67F-1A1F-195A9B3473EE}" v="22" dt="2025-12-19T17:28:19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n Huang" userId="S::jianhuang@umass.edu::cceb65c6-4fe9-43ae-8ac3-0c77a86496d4" providerId="AD" clId="Web-{06D66983-7858-7D15-9887-1A085D1092F9}"/>
    <pc:docChg chg="addSld modSld">
      <pc:chgData name="Jian Huang" userId="S::jianhuang@umass.edu::cceb65c6-4fe9-43ae-8ac3-0c77a86496d4" providerId="AD" clId="Web-{06D66983-7858-7D15-9887-1A085D1092F9}" dt="2025-12-19T17:13:27.686" v="61" actId="1076"/>
      <pc:docMkLst>
        <pc:docMk/>
      </pc:docMkLst>
      <pc:sldChg chg="addSp modSp new">
        <pc:chgData name="Jian Huang" userId="S::jianhuang@umass.edu::cceb65c6-4fe9-43ae-8ac3-0c77a86496d4" providerId="AD" clId="Web-{06D66983-7858-7D15-9887-1A085D1092F9}" dt="2025-12-19T17:13:27.686" v="61" actId="1076"/>
        <pc:sldMkLst>
          <pc:docMk/>
          <pc:sldMk cId="3676255479" sldId="265"/>
        </pc:sldMkLst>
        <pc:spChg chg="mod">
          <ac:chgData name="Jian Huang" userId="S::jianhuang@umass.edu::cceb65c6-4fe9-43ae-8ac3-0c77a86496d4" providerId="AD" clId="Web-{06D66983-7858-7D15-9887-1A085D1092F9}" dt="2025-12-19T17:13:27.686" v="61" actId="1076"/>
          <ac:spMkLst>
            <pc:docMk/>
            <pc:sldMk cId="3676255479" sldId="265"/>
            <ac:spMk id="2" creationId="{21AA9AD2-0EC9-0D6D-0AEF-F28444F52980}"/>
          </ac:spMkLst>
        </pc:spChg>
        <pc:spChg chg="mod">
          <ac:chgData name="Jian Huang" userId="S::jianhuang@umass.edu::cceb65c6-4fe9-43ae-8ac3-0c77a86496d4" providerId="AD" clId="Web-{06D66983-7858-7D15-9887-1A085D1092F9}" dt="2025-12-19T17:12:44.560" v="28" actId="20577"/>
          <ac:spMkLst>
            <pc:docMk/>
            <pc:sldMk cId="3676255479" sldId="265"/>
            <ac:spMk id="3" creationId="{EE103947-A9F4-C5C5-4A04-AE22F3C5A236}"/>
          </ac:spMkLst>
        </pc:spChg>
        <pc:picChg chg="add mod">
          <ac:chgData name="Jian Huang" userId="S::jianhuang@umass.edu::cceb65c6-4fe9-43ae-8ac3-0c77a86496d4" providerId="AD" clId="Web-{06D66983-7858-7D15-9887-1A085D1092F9}" dt="2025-12-19T17:13:24.920" v="60" actId="1076"/>
          <ac:picMkLst>
            <pc:docMk/>
            <pc:sldMk cId="3676255479" sldId="265"/>
            <ac:picMk id="4" creationId="{C7ECA2B2-5E50-F3FE-9643-73428A23F75C}"/>
          </ac:picMkLst>
        </pc:picChg>
      </pc:sldChg>
    </pc:docChg>
  </pc:docChgLst>
  <pc:docChgLst>
    <pc:chgData clId="Web-{5023D35F-D194-77BD-42E9-0DE144467698}"/>
    <pc:docChg chg="modSld">
      <pc:chgData name="" userId="" providerId="" clId="Web-{5023D35F-D194-77BD-42E9-0DE144467698}" dt="2025-12-18T23:42:06.656" v="5" actId="20577"/>
      <pc:docMkLst>
        <pc:docMk/>
      </pc:docMkLst>
      <pc:sldChg chg="modSp">
        <pc:chgData name="" userId="" providerId="" clId="Web-{5023D35F-D194-77BD-42E9-0DE144467698}" dt="2025-12-18T23:42:06.656" v="5" actId="20577"/>
        <pc:sldMkLst>
          <pc:docMk/>
          <pc:sldMk cId="3460358399" sldId="256"/>
        </pc:sldMkLst>
        <pc:spChg chg="mod">
          <ac:chgData name="" userId="" providerId="" clId="Web-{5023D35F-D194-77BD-42E9-0DE144467698}" dt="2025-12-18T23:42:06.656" v="5" actId="20577"/>
          <ac:spMkLst>
            <pc:docMk/>
            <pc:sldMk cId="3460358399" sldId="256"/>
            <ac:spMk id="2" creationId="{3C4D59B8-067C-AE47-FE7E-4D18082CDD6C}"/>
          </ac:spMkLst>
        </pc:spChg>
      </pc:sldChg>
    </pc:docChg>
  </pc:docChgLst>
  <pc:docChgLst>
    <pc:chgData name="Jian Huang" userId="S::jianhuang@umass.edu::cceb65c6-4fe9-43ae-8ac3-0c77a86496d4" providerId="AD" clId="Web-{5023D35F-D194-77BD-42E9-0DE144467698}"/>
    <pc:docChg chg="addSld delSld modSld sldOrd">
      <pc:chgData name="Jian Huang" userId="S::jianhuang@umass.edu::cceb65c6-4fe9-43ae-8ac3-0c77a86496d4" providerId="AD" clId="Web-{5023D35F-D194-77BD-42E9-0DE144467698}" dt="2025-12-19T01:24:39.464" v="942"/>
      <pc:docMkLst>
        <pc:docMk/>
      </pc:docMkLst>
      <pc:sldChg chg="modSp">
        <pc:chgData name="Jian Huang" userId="S::jianhuang@umass.edu::cceb65c6-4fe9-43ae-8ac3-0c77a86496d4" providerId="AD" clId="Web-{5023D35F-D194-77BD-42E9-0DE144467698}" dt="2025-12-18T23:43:05.408" v="35" actId="20577"/>
        <pc:sldMkLst>
          <pc:docMk/>
          <pc:sldMk cId="3460358399" sldId="256"/>
        </pc:sldMkLst>
        <pc:spChg chg="mod">
          <ac:chgData name="Jian Huang" userId="S::jianhuang@umass.edu::cceb65c6-4fe9-43ae-8ac3-0c77a86496d4" providerId="AD" clId="Web-{5023D35F-D194-77BD-42E9-0DE144467698}" dt="2025-12-18T23:43:05.408" v="35" actId="20577"/>
          <ac:spMkLst>
            <pc:docMk/>
            <pc:sldMk cId="3460358399" sldId="256"/>
            <ac:spMk id="2" creationId="{3C4D59B8-067C-AE47-FE7E-4D18082CDD6C}"/>
          </ac:spMkLst>
        </pc:spChg>
        <pc:spChg chg="mod">
          <ac:chgData name="Jian Huang" userId="S::jianhuang@umass.edu::cceb65c6-4fe9-43ae-8ac3-0c77a86496d4" providerId="AD" clId="Web-{5023D35F-D194-77BD-42E9-0DE144467698}" dt="2025-12-18T23:42:56.752" v="31" actId="20577"/>
          <ac:spMkLst>
            <pc:docMk/>
            <pc:sldMk cId="3460358399" sldId="256"/>
            <ac:spMk id="3" creationId="{050B39A8-5C69-0147-49B5-A0F0A4984D5C}"/>
          </ac:spMkLst>
        </pc:spChg>
      </pc:sldChg>
      <pc:sldChg chg="addSp delSp modSp">
        <pc:chgData name="Jian Huang" userId="S::jianhuang@umass.edu::cceb65c6-4fe9-43ae-8ac3-0c77a86496d4" providerId="AD" clId="Web-{5023D35F-D194-77BD-42E9-0DE144467698}" dt="2025-12-19T00:41:00.030" v="212" actId="20577"/>
        <pc:sldMkLst>
          <pc:docMk/>
          <pc:sldMk cId="2583300102" sldId="257"/>
        </pc:sldMkLst>
        <pc:spChg chg="mod">
          <ac:chgData name="Jian Huang" userId="S::jianhuang@umass.edu::cceb65c6-4fe9-43ae-8ac3-0c77a86496d4" providerId="AD" clId="Web-{5023D35F-D194-77BD-42E9-0DE144467698}" dt="2025-12-18T23:43:27.596" v="51" actId="20577"/>
          <ac:spMkLst>
            <pc:docMk/>
            <pc:sldMk cId="2583300102" sldId="257"/>
            <ac:spMk id="2" creationId="{DB7B46BC-F3A9-218D-BC1A-227E6FEA33F8}"/>
          </ac:spMkLst>
        </pc:spChg>
        <pc:spChg chg="add mod">
          <ac:chgData name="Jian Huang" userId="S::jianhuang@umass.edu::cceb65c6-4fe9-43ae-8ac3-0c77a86496d4" providerId="AD" clId="Web-{5023D35F-D194-77BD-42E9-0DE144467698}" dt="2025-12-19T00:38:24.633" v="96" actId="20577"/>
          <ac:spMkLst>
            <pc:docMk/>
            <pc:sldMk cId="2583300102" sldId="257"/>
            <ac:spMk id="4" creationId="{2A3AB6F1-C394-3B11-40C4-ED6AA83887AD}"/>
          </ac:spMkLst>
        </pc:spChg>
        <pc:spChg chg="add mod">
          <ac:chgData name="Jian Huang" userId="S::jianhuang@umass.edu::cceb65c6-4fe9-43ae-8ac3-0c77a86496d4" providerId="AD" clId="Web-{5023D35F-D194-77BD-42E9-0DE144467698}" dt="2025-12-19T00:38:21.133" v="95" actId="20577"/>
          <ac:spMkLst>
            <pc:docMk/>
            <pc:sldMk cId="2583300102" sldId="257"/>
            <ac:spMk id="7" creationId="{7A73F8EA-8E61-DDF9-79ED-2C9D3E880BD7}"/>
          </ac:spMkLst>
        </pc:spChg>
        <pc:spChg chg="add mod">
          <ac:chgData name="Jian Huang" userId="S::jianhuang@umass.edu::cceb65c6-4fe9-43ae-8ac3-0c77a86496d4" providerId="AD" clId="Web-{5023D35F-D194-77BD-42E9-0DE144467698}" dt="2025-12-19T00:41:00.030" v="212" actId="20577"/>
          <ac:spMkLst>
            <pc:docMk/>
            <pc:sldMk cId="2583300102" sldId="257"/>
            <ac:spMk id="10" creationId="{9FA5BEEF-C20D-43C8-7D6E-5DCA0E15C801}"/>
          </ac:spMkLst>
        </pc:spChg>
        <pc:picChg chg="add mod">
          <ac:chgData name="Jian Huang" userId="S::jianhuang@umass.edu::cceb65c6-4fe9-43ae-8ac3-0c77a86496d4" providerId="AD" clId="Web-{5023D35F-D194-77BD-42E9-0DE144467698}" dt="2025-12-19T00:37:40.257" v="80" actId="1076"/>
          <ac:picMkLst>
            <pc:docMk/>
            <pc:sldMk cId="2583300102" sldId="257"/>
            <ac:picMk id="3" creationId="{0FD06A16-1314-81A9-AF43-F3076935EB8B}"/>
          </ac:picMkLst>
        </pc:picChg>
        <pc:picChg chg="add del mod">
          <ac:chgData name="Jian Huang" userId="S::jianhuang@umass.edu::cceb65c6-4fe9-43ae-8ac3-0c77a86496d4" providerId="AD" clId="Web-{5023D35F-D194-77BD-42E9-0DE144467698}" dt="2025-12-19T00:37:48.773" v="83"/>
          <ac:picMkLst>
            <pc:docMk/>
            <pc:sldMk cId="2583300102" sldId="257"/>
            <ac:picMk id="5" creationId="{0DE61DD9-DBAA-C490-09BA-4863585A3E4C}"/>
          </ac:picMkLst>
        </pc:picChg>
        <pc:picChg chg="add del mod">
          <ac:chgData name="Jian Huang" userId="S::jianhuang@umass.edu::cceb65c6-4fe9-43ae-8ac3-0c77a86496d4" providerId="AD" clId="Web-{5023D35F-D194-77BD-42E9-0DE144467698}" dt="2025-12-19T00:37:53.539" v="85"/>
          <ac:picMkLst>
            <pc:docMk/>
            <pc:sldMk cId="2583300102" sldId="257"/>
            <ac:picMk id="6" creationId="{B2D15AD0-6C10-C530-BABD-37FB711306C0}"/>
          </ac:picMkLst>
        </pc:picChg>
        <pc:cxnChg chg="add mod">
          <ac:chgData name="Jian Huang" userId="S::jianhuang@umass.edu::cceb65c6-4fe9-43ae-8ac3-0c77a86496d4" providerId="AD" clId="Web-{5023D35F-D194-77BD-42E9-0DE144467698}" dt="2025-12-19T00:38:50.368" v="98"/>
          <ac:cxnSpMkLst>
            <pc:docMk/>
            <pc:sldMk cId="2583300102" sldId="257"/>
            <ac:cxnSpMk id="8" creationId="{0F2222FD-254D-DE88-40DA-37B0FE29F623}"/>
          </ac:cxnSpMkLst>
        </pc:cxnChg>
        <pc:cxnChg chg="add mod">
          <ac:chgData name="Jian Huang" userId="S::jianhuang@umass.edu::cceb65c6-4fe9-43ae-8ac3-0c77a86496d4" providerId="AD" clId="Web-{5023D35F-D194-77BD-42E9-0DE144467698}" dt="2025-12-19T00:38:59.790" v="101" actId="1076"/>
          <ac:cxnSpMkLst>
            <pc:docMk/>
            <pc:sldMk cId="2583300102" sldId="257"/>
            <ac:cxnSpMk id="9" creationId="{67CA3106-92A6-5F87-0934-1AECE7125C55}"/>
          </ac:cxnSpMkLst>
        </pc:cxnChg>
      </pc:sldChg>
      <pc:sldChg chg="addSp delSp modSp del mod modClrScheme chgLayout">
        <pc:chgData name="Jian Huang" userId="S::jianhuang@umass.edu::cceb65c6-4fe9-43ae-8ac3-0c77a86496d4" providerId="AD" clId="Web-{5023D35F-D194-77BD-42E9-0DE144467698}" dt="2025-12-19T00:45:49.850" v="242"/>
        <pc:sldMkLst>
          <pc:docMk/>
          <pc:sldMk cId="4028849659" sldId="258"/>
        </pc:sldMkLst>
        <pc:spChg chg="del">
          <ac:chgData name="Jian Huang" userId="S::jianhuang@umass.edu::cceb65c6-4fe9-43ae-8ac3-0c77a86496d4" providerId="AD" clId="Web-{5023D35F-D194-77BD-42E9-0DE144467698}" dt="2025-12-18T23:56:21.237" v="56"/>
          <ac:spMkLst>
            <pc:docMk/>
            <pc:sldMk cId="4028849659" sldId="258"/>
            <ac:spMk id="2" creationId="{04DF721D-F7B6-D6A3-9A11-FA8EF55A540A}"/>
          </ac:spMkLst>
        </pc:spChg>
        <pc:spChg chg="add del">
          <ac:chgData name="Jian Huang" userId="S::jianhuang@umass.edu::cceb65c6-4fe9-43ae-8ac3-0c77a86496d4" providerId="AD" clId="Web-{5023D35F-D194-77BD-42E9-0DE144467698}" dt="2025-12-19T00:45:28.881" v="238"/>
          <ac:spMkLst>
            <pc:docMk/>
            <pc:sldMk cId="4028849659" sldId="258"/>
            <ac:spMk id="5" creationId="{BB06019F-EF6A-01DD-F6D3-1391ACAFFB46}"/>
          </ac:spMkLst>
        </pc:spChg>
        <pc:spChg chg="add mod">
          <ac:chgData name="Jian Huang" userId="S::jianhuang@umass.edu::cceb65c6-4fe9-43ae-8ac3-0c77a86496d4" providerId="AD" clId="Web-{5023D35F-D194-77BD-42E9-0DE144467698}" dt="2025-12-18T23:56:41.784" v="65" actId="20577"/>
          <ac:spMkLst>
            <pc:docMk/>
            <pc:sldMk cId="4028849659" sldId="258"/>
            <ac:spMk id="8" creationId="{BF65D94C-866A-8539-A2DC-0C87B4340610}"/>
          </ac:spMkLst>
        </pc:spChg>
        <pc:picChg chg="add del mod">
          <ac:chgData name="Jian Huang" userId="S::jianhuang@umass.edu::cceb65c6-4fe9-43ae-8ac3-0c77a86496d4" providerId="AD" clId="Web-{5023D35F-D194-77BD-42E9-0DE144467698}" dt="2025-12-19T00:45:35.772" v="239"/>
          <ac:picMkLst>
            <pc:docMk/>
            <pc:sldMk cId="4028849659" sldId="258"/>
            <ac:picMk id="3" creationId="{A5BBA8AD-64A8-AFAA-E207-F24E9B7A7868}"/>
          </ac:picMkLst>
        </pc:picChg>
      </pc:sldChg>
      <pc:sldChg chg="addSp modSp mod ord modClrScheme chgLayout">
        <pc:chgData name="Jian Huang" userId="S::jianhuang@umass.edu::cceb65c6-4fe9-43ae-8ac3-0c77a86496d4" providerId="AD" clId="Web-{5023D35F-D194-77BD-42E9-0DE144467698}" dt="2025-12-19T00:45:16.412" v="236"/>
        <pc:sldMkLst>
          <pc:docMk/>
          <pc:sldMk cId="43768601" sldId="261"/>
        </pc:sldMkLst>
        <pc:spChg chg="mod ord">
          <ac:chgData name="Jian Huang" userId="S::jianhuang@umass.edu::cceb65c6-4fe9-43ae-8ac3-0c77a86496d4" providerId="AD" clId="Web-{5023D35F-D194-77BD-42E9-0DE144467698}" dt="2025-12-19T00:43:44.207" v="230" actId="20577"/>
          <ac:spMkLst>
            <pc:docMk/>
            <pc:sldMk cId="43768601" sldId="261"/>
            <ac:spMk id="2" creationId="{17597FC6-8E36-AD86-B49E-EBE3530E1500}"/>
          </ac:spMkLst>
        </pc:spChg>
        <pc:spChg chg="add mod">
          <ac:chgData name="Jian Huang" userId="S::jianhuang@umass.edu::cceb65c6-4fe9-43ae-8ac3-0c77a86496d4" providerId="AD" clId="Web-{5023D35F-D194-77BD-42E9-0DE144467698}" dt="2025-12-19T00:45:16.412" v="236"/>
          <ac:spMkLst>
            <pc:docMk/>
            <pc:sldMk cId="43768601" sldId="261"/>
            <ac:spMk id="4" creationId="{C515BDDB-FA7F-94ED-82BC-54FEE51162C3}"/>
          </ac:spMkLst>
        </pc:spChg>
        <pc:picChg chg="add mod">
          <ac:chgData name="Jian Huang" userId="S::jianhuang@umass.edu::cceb65c6-4fe9-43ae-8ac3-0c77a86496d4" providerId="AD" clId="Web-{5023D35F-D194-77BD-42E9-0DE144467698}" dt="2025-12-19T00:43:36.457" v="227" actId="1076"/>
          <ac:picMkLst>
            <pc:docMk/>
            <pc:sldMk cId="43768601" sldId="261"/>
            <ac:picMk id="3" creationId="{801B29E4-45AD-6CCE-AF43-DBD7233A029D}"/>
          </ac:picMkLst>
        </pc:picChg>
      </pc:sldChg>
      <pc:sldChg chg="addSp delSp modSp">
        <pc:chgData name="Jian Huang" userId="S::jianhuang@umass.edu::cceb65c6-4fe9-43ae-8ac3-0c77a86496d4" providerId="AD" clId="Web-{5023D35F-D194-77BD-42E9-0DE144467698}" dt="2025-12-19T00:50:06.031" v="322" actId="1076"/>
        <pc:sldMkLst>
          <pc:docMk/>
          <pc:sldMk cId="2190353499" sldId="262"/>
        </pc:sldMkLst>
        <pc:spChg chg="del">
          <ac:chgData name="Jian Huang" userId="S::jianhuang@umass.edu::cceb65c6-4fe9-43ae-8ac3-0c77a86496d4" providerId="AD" clId="Web-{5023D35F-D194-77BD-42E9-0DE144467698}" dt="2025-12-19T00:45:45.975" v="240"/>
          <ac:spMkLst>
            <pc:docMk/>
            <pc:sldMk cId="2190353499" sldId="262"/>
            <ac:spMk id="2" creationId="{989078BB-A037-BD52-0EFC-3100BC24E2B3}"/>
          </ac:spMkLst>
        </pc:spChg>
        <pc:spChg chg="mod">
          <ac:chgData name="Jian Huang" userId="S::jianhuang@umass.edu::cceb65c6-4fe9-43ae-8ac3-0c77a86496d4" providerId="AD" clId="Web-{5023D35F-D194-77BD-42E9-0DE144467698}" dt="2025-12-19T00:48:37.202" v="297" actId="20577"/>
          <ac:spMkLst>
            <pc:docMk/>
            <pc:sldMk cId="2190353499" sldId="262"/>
            <ac:spMk id="3" creationId="{EBAC3B0F-585A-322B-225A-8376474B8D0E}"/>
          </ac:spMkLst>
        </pc:spChg>
        <pc:spChg chg="add mod">
          <ac:chgData name="Jian Huang" userId="S::jianhuang@umass.edu::cceb65c6-4fe9-43ae-8ac3-0c77a86496d4" providerId="AD" clId="Web-{5023D35F-D194-77BD-42E9-0DE144467698}" dt="2025-12-19T00:50:06.031" v="322" actId="1076"/>
          <ac:spMkLst>
            <pc:docMk/>
            <pc:sldMk cId="2190353499" sldId="262"/>
            <ac:spMk id="7" creationId="{69E48971-8B31-39E8-244E-ECADBEF050A2}"/>
          </ac:spMkLst>
        </pc:spChg>
        <pc:picChg chg="add mod">
          <ac:chgData name="Jian Huang" userId="S::jianhuang@umass.edu::cceb65c6-4fe9-43ae-8ac3-0c77a86496d4" providerId="AD" clId="Web-{5023D35F-D194-77BD-42E9-0DE144467698}" dt="2025-12-19T00:46:01.366" v="251" actId="1076"/>
          <ac:picMkLst>
            <pc:docMk/>
            <pc:sldMk cId="2190353499" sldId="262"/>
            <ac:picMk id="4" creationId="{96D309A5-3E76-5830-B650-54E5F34B8C5C}"/>
          </ac:picMkLst>
        </pc:picChg>
        <pc:picChg chg="add mod">
          <ac:chgData name="Jian Huang" userId="S::jianhuang@umass.edu::cceb65c6-4fe9-43ae-8ac3-0c77a86496d4" providerId="AD" clId="Web-{5023D35F-D194-77BD-42E9-0DE144467698}" dt="2025-12-19T00:47:05.451" v="257" actId="1076"/>
          <ac:picMkLst>
            <pc:docMk/>
            <pc:sldMk cId="2190353499" sldId="262"/>
            <ac:picMk id="5" creationId="{6AB20A2F-056B-3CA9-2A58-D61A6A187B35}"/>
          </ac:picMkLst>
        </pc:picChg>
        <pc:picChg chg="add mod">
          <ac:chgData name="Jian Huang" userId="S::jianhuang@umass.edu::cceb65c6-4fe9-43ae-8ac3-0c77a86496d4" providerId="AD" clId="Web-{5023D35F-D194-77BD-42E9-0DE144467698}" dt="2025-12-19T00:47:04.122" v="256" actId="1076"/>
          <ac:picMkLst>
            <pc:docMk/>
            <pc:sldMk cId="2190353499" sldId="262"/>
            <ac:picMk id="6" creationId="{EB389773-48DE-C1BA-15BB-369314E7B614}"/>
          </ac:picMkLst>
        </pc:picChg>
      </pc:sldChg>
      <pc:sldChg chg="addSp delSp modSp new addAnim delAnim">
        <pc:chgData name="Jian Huang" userId="S::jianhuang@umass.edu::cceb65c6-4fe9-43ae-8ac3-0c77a86496d4" providerId="AD" clId="Web-{5023D35F-D194-77BD-42E9-0DE144467698}" dt="2025-12-19T01:23:27.869" v="941"/>
        <pc:sldMkLst>
          <pc:docMk/>
          <pc:sldMk cId="2192724254" sldId="263"/>
        </pc:sldMkLst>
        <pc:spChg chg="mod">
          <ac:chgData name="Jian Huang" userId="S::jianhuang@umass.edu::cceb65c6-4fe9-43ae-8ac3-0c77a86496d4" providerId="AD" clId="Web-{5023D35F-D194-77BD-42E9-0DE144467698}" dt="2025-12-19T00:50:33.719" v="345" actId="20577"/>
          <ac:spMkLst>
            <pc:docMk/>
            <pc:sldMk cId="2192724254" sldId="263"/>
            <ac:spMk id="2" creationId="{E64585A0-5FB8-0337-C3F3-10C421B0C7C5}"/>
          </ac:spMkLst>
        </pc:spChg>
        <pc:spChg chg="add mod">
          <ac:chgData name="Jian Huang" userId="S::jianhuang@umass.edu::cceb65c6-4fe9-43ae-8ac3-0c77a86496d4" providerId="AD" clId="Web-{5023D35F-D194-77BD-42E9-0DE144467698}" dt="2025-12-19T01:14:13.338" v="781"/>
          <ac:spMkLst>
            <pc:docMk/>
            <pc:sldMk cId="2192724254" sldId="263"/>
            <ac:spMk id="3" creationId="{6D25941E-3701-5E8C-E5B8-290DB779147F}"/>
          </ac:spMkLst>
        </pc:spChg>
        <pc:spChg chg="add mod">
          <ac:chgData name="Jian Huang" userId="S::jianhuang@umass.edu::cceb65c6-4fe9-43ae-8ac3-0c77a86496d4" providerId="AD" clId="Web-{5023D35F-D194-77BD-42E9-0DE144467698}" dt="2025-12-19T01:13:36.241" v="769" actId="1076"/>
          <ac:spMkLst>
            <pc:docMk/>
            <pc:sldMk cId="2192724254" sldId="263"/>
            <ac:spMk id="8" creationId="{F88D0FEA-0530-266D-6805-B869B0CD0F45}"/>
          </ac:spMkLst>
        </pc:spChg>
        <pc:spChg chg="add mod">
          <ac:chgData name="Jian Huang" userId="S::jianhuang@umass.edu::cceb65c6-4fe9-43ae-8ac3-0c77a86496d4" providerId="AD" clId="Web-{5023D35F-D194-77BD-42E9-0DE144467698}" dt="2025-12-19T01:13:47.179" v="774" actId="1076"/>
          <ac:spMkLst>
            <pc:docMk/>
            <pc:sldMk cId="2192724254" sldId="263"/>
            <ac:spMk id="11" creationId="{68CFBCBD-4A30-CC07-2D17-3D70DC031CBD}"/>
          </ac:spMkLst>
        </pc:spChg>
        <pc:spChg chg="add mod">
          <ac:chgData name="Jian Huang" userId="S::jianhuang@umass.edu::cceb65c6-4fe9-43ae-8ac3-0c77a86496d4" providerId="AD" clId="Web-{5023D35F-D194-77BD-42E9-0DE144467698}" dt="2025-12-19T01:22:11.175" v="920" actId="1076"/>
          <ac:spMkLst>
            <pc:docMk/>
            <pc:sldMk cId="2192724254" sldId="263"/>
            <ac:spMk id="12" creationId="{88428392-D8B1-9C0E-7419-3383EC9E3841}"/>
          </ac:spMkLst>
        </pc:spChg>
        <pc:spChg chg="add del mod">
          <ac:chgData name="Jian Huang" userId="S::jianhuang@umass.edu::cceb65c6-4fe9-43ae-8ac3-0c77a86496d4" providerId="AD" clId="Web-{5023D35F-D194-77BD-42E9-0DE144467698}" dt="2025-12-19T01:09:51.502" v="672"/>
          <ac:spMkLst>
            <pc:docMk/>
            <pc:sldMk cId="2192724254" sldId="263"/>
            <ac:spMk id="13" creationId="{11C8B9D1-DA28-C62D-0598-6E0ED2BF2CD0}"/>
          </ac:spMkLst>
        </pc:spChg>
        <pc:spChg chg="add mod">
          <ac:chgData name="Jian Huang" userId="S::jianhuang@umass.edu::cceb65c6-4fe9-43ae-8ac3-0c77a86496d4" providerId="AD" clId="Web-{5023D35F-D194-77BD-42E9-0DE144467698}" dt="2025-12-19T01:14:42.044" v="789" actId="1076"/>
          <ac:spMkLst>
            <pc:docMk/>
            <pc:sldMk cId="2192724254" sldId="263"/>
            <ac:spMk id="15" creationId="{D2AAC397-3C94-4A6D-60E6-DAF192DF126A}"/>
          </ac:spMkLst>
        </pc:spChg>
        <pc:spChg chg="add mod">
          <ac:chgData name="Jian Huang" userId="S::jianhuang@umass.edu::cceb65c6-4fe9-43ae-8ac3-0c77a86496d4" providerId="AD" clId="Web-{5023D35F-D194-77BD-42E9-0DE144467698}" dt="2025-12-19T01:16:09.285" v="810"/>
          <ac:spMkLst>
            <pc:docMk/>
            <pc:sldMk cId="2192724254" sldId="263"/>
            <ac:spMk id="19" creationId="{B4DF7C9E-B6BE-EEBA-AB6D-8D99C4314624}"/>
          </ac:spMkLst>
        </pc:spChg>
        <pc:spChg chg="add mod">
          <ac:chgData name="Jian Huang" userId="S::jianhuang@umass.edu::cceb65c6-4fe9-43ae-8ac3-0c77a86496d4" providerId="AD" clId="Web-{5023D35F-D194-77BD-42E9-0DE144467698}" dt="2025-12-19T01:19:01.294" v="881" actId="20577"/>
          <ac:spMkLst>
            <pc:docMk/>
            <pc:sldMk cId="2192724254" sldId="263"/>
            <ac:spMk id="22" creationId="{D3C7155C-0004-6997-2DF9-49F61F0720A7}"/>
          </ac:spMkLst>
        </pc:spChg>
        <pc:spChg chg="add mod">
          <ac:chgData name="Jian Huang" userId="S::jianhuang@umass.edu::cceb65c6-4fe9-43ae-8ac3-0c77a86496d4" providerId="AD" clId="Web-{5023D35F-D194-77BD-42E9-0DE144467698}" dt="2025-12-19T01:22:28.316" v="927"/>
          <ac:spMkLst>
            <pc:docMk/>
            <pc:sldMk cId="2192724254" sldId="263"/>
            <ac:spMk id="25" creationId="{28621130-B2B2-A375-F43C-A73F0F0166E7}"/>
          </ac:spMkLst>
        </pc:spChg>
        <pc:grpChg chg="add">
          <ac:chgData name="Jian Huang" userId="S::jianhuang@umass.edu::cceb65c6-4fe9-43ae-8ac3-0c77a86496d4" providerId="AD" clId="Web-{5023D35F-D194-77BD-42E9-0DE144467698}" dt="2025-12-19T01:14:45.654" v="790"/>
          <ac:grpSpMkLst>
            <pc:docMk/>
            <pc:sldMk cId="2192724254" sldId="263"/>
            <ac:grpSpMk id="18" creationId="{DA4C6C93-76D6-EB06-5621-528E4EC11CA7}"/>
          </ac:grpSpMkLst>
        </pc:grpChg>
        <pc:grpChg chg="add">
          <ac:chgData name="Jian Huang" userId="S::jianhuang@umass.edu::cceb65c6-4fe9-43ae-8ac3-0c77a86496d4" providerId="AD" clId="Web-{5023D35F-D194-77BD-42E9-0DE144467698}" dt="2025-12-19T01:19:09.982" v="882"/>
          <ac:grpSpMkLst>
            <pc:docMk/>
            <pc:sldMk cId="2192724254" sldId="263"/>
            <ac:grpSpMk id="23" creationId="{71FDA7DB-FF39-4CF9-0351-9341253D90C0}"/>
          </ac:grpSpMkLst>
        </pc:grpChg>
        <pc:grpChg chg="add">
          <ac:chgData name="Jian Huang" userId="S::jianhuang@umass.edu::cceb65c6-4fe9-43ae-8ac3-0c77a86496d4" providerId="AD" clId="Web-{5023D35F-D194-77BD-42E9-0DE144467698}" dt="2025-12-19T01:22:35.816" v="928"/>
          <ac:grpSpMkLst>
            <pc:docMk/>
            <pc:sldMk cId="2192724254" sldId="263"/>
            <ac:grpSpMk id="26" creationId="{D77C73E2-752B-097F-6248-229C9A645F48}"/>
          </ac:grpSpMkLst>
        </pc:grpChg>
        <pc:picChg chg="add mod">
          <ac:chgData name="Jian Huang" userId="S::jianhuang@umass.edu::cceb65c6-4fe9-43ae-8ac3-0c77a86496d4" providerId="AD" clId="Web-{5023D35F-D194-77BD-42E9-0DE144467698}" dt="2025-12-19T01:13:36.225" v="767" actId="1076"/>
          <ac:picMkLst>
            <pc:docMk/>
            <pc:sldMk cId="2192724254" sldId="263"/>
            <ac:picMk id="5" creationId="{EF4CF5B9-A2FA-F33E-DC8F-F3DE415D8609}"/>
          </ac:picMkLst>
        </pc:picChg>
        <pc:picChg chg="add mod">
          <ac:chgData name="Jian Huang" userId="S::jianhuang@umass.edu::cceb65c6-4fe9-43ae-8ac3-0c77a86496d4" providerId="AD" clId="Web-{5023D35F-D194-77BD-42E9-0DE144467698}" dt="2025-12-19T01:14:42.044" v="788" actId="1076"/>
          <ac:picMkLst>
            <pc:docMk/>
            <pc:sldMk cId="2192724254" sldId="263"/>
            <ac:picMk id="14" creationId="{0A92F3CE-1BEE-EF5B-9BC8-6CD749635F4D}"/>
          </ac:picMkLst>
        </pc:picChg>
        <pc:picChg chg="add mod">
          <ac:chgData name="Jian Huang" userId="S::jianhuang@umass.edu::cceb65c6-4fe9-43ae-8ac3-0c77a86496d4" providerId="AD" clId="Web-{5023D35F-D194-77BD-42E9-0DE144467698}" dt="2025-12-19T01:16:16.208" v="811" actId="1076"/>
          <ac:picMkLst>
            <pc:docMk/>
            <pc:sldMk cId="2192724254" sldId="263"/>
            <ac:picMk id="20" creationId="{050A702F-3E2F-3FFE-BA0A-FA533B882CF7}"/>
          </ac:picMkLst>
        </pc:picChg>
        <pc:picChg chg="add mod">
          <ac:chgData name="Jian Huang" userId="S::jianhuang@umass.edu::cceb65c6-4fe9-43ae-8ac3-0c77a86496d4" providerId="AD" clId="Web-{5023D35F-D194-77BD-42E9-0DE144467698}" dt="2025-12-19T01:16:16.208" v="812" actId="1076"/>
          <ac:picMkLst>
            <pc:docMk/>
            <pc:sldMk cId="2192724254" sldId="263"/>
            <ac:picMk id="21" creationId="{29EEB4CC-D663-D72D-C03A-E569993F3269}"/>
          </ac:picMkLst>
        </pc:picChg>
        <pc:picChg chg="add mod">
          <ac:chgData name="Jian Huang" userId="S::jianhuang@umass.edu::cceb65c6-4fe9-43ae-8ac3-0c77a86496d4" providerId="AD" clId="Web-{5023D35F-D194-77BD-42E9-0DE144467698}" dt="2025-12-19T01:22:14.503" v="921" actId="1076"/>
          <ac:picMkLst>
            <pc:docMk/>
            <pc:sldMk cId="2192724254" sldId="263"/>
            <ac:picMk id="24" creationId="{DB3324BF-A680-FF83-E00D-B046BDA14CAF}"/>
          </ac:picMkLst>
        </pc:picChg>
        <pc:cxnChg chg="add mod">
          <ac:chgData name="Jian Huang" userId="S::jianhuang@umass.edu::cceb65c6-4fe9-43ae-8ac3-0c77a86496d4" providerId="AD" clId="Web-{5023D35F-D194-77BD-42E9-0DE144467698}" dt="2025-12-19T01:13:36.225" v="768" actId="1076"/>
          <ac:cxnSpMkLst>
            <pc:docMk/>
            <pc:sldMk cId="2192724254" sldId="263"/>
            <ac:cxnSpMk id="7" creationId="{128EDB39-EBA6-1150-87DF-29D515EB8B2F}"/>
          </ac:cxnSpMkLst>
        </pc:cxnChg>
        <pc:cxnChg chg="add del">
          <ac:chgData name="Jian Huang" userId="S::jianhuang@umass.edu::cceb65c6-4fe9-43ae-8ac3-0c77a86496d4" providerId="AD" clId="Web-{5023D35F-D194-77BD-42E9-0DE144467698}" dt="2025-12-19T00:53:11.486" v="450"/>
          <ac:cxnSpMkLst>
            <pc:docMk/>
            <pc:sldMk cId="2192724254" sldId="263"/>
            <ac:cxnSpMk id="10" creationId="{7A475BD2-F46B-B5CB-EC25-D5B1BF47CC71}"/>
          </ac:cxnSpMkLst>
        </pc:cxnChg>
        <pc:cxnChg chg="add mod">
          <ac:chgData name="Jian Huang" userId="S::jianhuang@umass.edu::cceb65c6-4fe9-43ae-8ac3-0c77a86496d4" providerId="AD" clId="Web-{5023D35F-D194-77BD-42E9-0DE144467698}" dt="2025-12-19T01:13:44.148" v="773" actId="1076"/>
          <ac:cxnSpMkLst>
            <pc:docMk/>
            <pc:sldMk cId="2192724254" sldId="263"/>
            <ac:cxnSpMk id="17" creationId="{B3B24E03-286F-8C19-B866-EEB3D9E663ED}"/>
          </ac:cxnSpMkLst>
        </pc:cxnChg>
      </pc:sldChg>
      <pc:sldChg chg="addSp delSp modSp new mod modClrScheme chgLayout">
        <pc:chgData name="Jian Huang" userId="S::jianhuang@umass.edu::cceb65c6-4fe9-43ae-8ac3-0c77a86496d4" providerId="AD" clId="Web-{5023D35F-D194-77BD-42E9-0DE144467698}" dt="2025-12-19T01:05:10.794" v="669" actId="20577"/>
        <pc:sldMkLst>
          <pc:docMk/>
          <pc:sldMk cId="233231318" sldId="264"/>
        </pc:sldMkLst>
        <pc:spChg chg="del">
          <ac:chgData name="Jian Huang" userId="S::jianhuang@umass.edu::cceb65c6-4fe9-43ae-8ac3-0c77a86496d4" providerId="AD" clId="Web-{5023D35F-D194-77BD-42E9-0DE144467698}" dt="2025-12-19T01:00:40.484" v="487"/>
          <ac:spMkLst>
            <pc:docMk/>
            <pc:sldMk cId="233231318" sldId="264"/>
            <ac:spMk id="2" creationId="{AC4B9EE0-F840-D830-4D88-D2F29008CCD1}"/>
          </ac:spMkLst>
        </pc:spChg>
        <pc:spChg chg="add mod">
          <ac:chgData name="Jian Huang" userId="S::jianhuang@umass.edu::cceb65c6-4fe9-43ae-8ac3-0c77a86496d4" providerId="AD" clId="Web-{5023D35F-D194-77BD-42E9-0DE144467698}" dt="2025-12-19T01:02:33.538" v="556"/>
          <ac:spMkLst>
            <pc:docMk/>
            <pc:sldMk cId="233231318" sldId="264"/>
            <ac:spMk id="4" creationId="{0E543180-EC13-C454-973F-063FFE7C2CC8}"/>
          </ac:spMkLst>
        </pc:spChg>
        <pc:spChg chg="add mod">
          <ac:chgData name="Jian Huang" userId="S::jianhuang@umass.edu::cceb65c6-4fe9-43ae-8ac3-0c77a86496d4" providerId="AD" clId="Web-{5023D35F-D194-77BD-42E9-0DE144467698}" dt="2025-12-19T01:05:10.794" v="669" actId="20577"/>
          <ac:spMkLst>
            <pc:docMk/>
            <pc:sldMk cId="233231318" sldId="264"/>
            <ac:spMk id="5" creationId="{E947C385-5AF3-E574-F10B-AFCA9026A0ED}"/>
          </ac:spMkLst>
        </pc:spChg>
        <pc:spChg chg="add mod">
          <ac:chgData name="Jian Huang" userId="S::jianhuang@umass.edu::cceb65c6-4fe9-43ae-8ac3-0c77a86496d4" providerId="AD" clId="Web-{5023D35F-D194-77BD-42E9-0DE144467698}" dt="2025-12-19T01:00:48.251" v="496" actId="20577"/>
          <ac:spMkLst>
            <pc:docMk/>
            <pc:sldMk cId="233231318" sldId="264"/>
            <ac:spMk id="8" creationId="{AF08274D-4DA7-4900-18FA-CFDE2EDC20D6}"/>
          </ac:spMkLst>
        </pc:spChg>
        <pc:picChg chg="add mod">
          <ac:chgData name="Jian Huang" userId="S::jianhuang@umass.edu::cceb65c6-4fe9-43ae-8ac3-0c77a86496d4" providerId="AD" clId="Web-{5023D35F-D194-77BD-42E9-0DE144467698}" dt="2025-12-19T01:02:43.382" v="559" actId="1076"/>
          <ac:picMkLst>
            <pc:docMk/>
            <pc:sldMk cId="233231318" sldId="264"/>
            <ac:picMk id="3" creationId="{F6CD4029-F738-09B9-82C5-137770D51AEA}"/>
          </ac:picMkLst>
        </pc:picChg>
      </pc:sldChg>
      <pc:sldChg chg="addSp delSp modSp new del">
        <pc:chgData name="Jian Huang" userId="S::jianhuang@umass.edu::cceb65c6-4fe9-43ae-8ac3-0c77a86496d4" providerId="AD" clId="Web-{5023D35F-D194-77BD-42E9-0DE144467698}" dt="2025-12-19T01:24:39.464" v="942"/>
        <pc:sldMkLst>
          <pc:docMk/>
          <pc:sldMk cId="1198329471" sldId="265"/>
        </pc:sldMkLst>
        <pc:spChg chg="mod">
          <ac:chgData name="Jian Huang" userId="S::jianhuang@umass.edu::cceb65c6-4fe9-43ae-8ac3-0c77a86496d4" providerId="AD" clId="Web-{5023D35F-D194-77BD-42E9-0DE144467698}" dt="2025-12-19T01:21:15.111" v="904" actId="20577"/>
          <ac:spMkLst>
            <pc:docMk/>
            <pc:sldMk cId="1198329471" sldId="265"/>
            <ac:spMk id="2" creationId="{C9C72FB0-A4F1-BF7C-6AA1-33412CF5ED2A}"/>
          </ac:spMkLst>
        </pc:spChg>
        <pc:picChg chg="add del mod">
          <ac:chgData name="Jian Huang" userId="S::jianhuang@umass.edu::cceb65c6-4fe9-43ae-8ac3-0c77a86496d4" providerId="AD" clId="Web-{5023D35F-D194-77BD-42E9-0DE144467698}" dt="2025-12-19T01:21:24.721" v="905"/>
          <ac:picMkLst>
            <pc:docMk/>
            <pc:sldMk cId="1198329471" sldId="265"/>
            <ac:picMk id="3" creationId="{BC1288CD-C843-E585-16AD-94B9C7406093}"/>
          </ac:picMkLst>
        </pc:picChg>
      </pc:sldChg>
    </pc:docChg>
  </pc:docChgLst>
  <pc:docChgLst>
    <pc:chgData name="Jian Huang" userId="S::jianhuang@umass.edu::cceb65c6-4fe9-43ae-8ac3-0c77a86496d4" providerId="AD" clId="Web-{70BC6C80-D420-A67F-1A1F-195A9B3473EE}"/>
    <pc:docChg chg="modSld">
      <pc:chgData name="Jian Huang" userId="S::jianhuang@umass.edu::cceb65c6-4fe9-43ae-8ac3-0c77a86496d4" providerId="AD" clId="Web-{70BC6C80-D420-A67F-1A1F-195A9B3473EE}" dt="2025-12-19T17:28:19.320" v="17" actId="1076"/>
      <pc:docMkLst>
        <pc:docMk/>
      </pc:docMkLst>
      <pc:sldChg chg="addSp delSp modSp">
        <pc:chgData name="Jian Huang" userId="S::jianhuang@umass.edu::cceb65c6-4fe9-43ae-8ac3-0c77a86496d4" providerId="AD" clId="Web-{70BC6C80-D420-A67F-1A1F-195A9B3473EE}" dt="2025-12-19T17:28:19.320" v="17" actId="1076"/>
        <pc:sldMkLst>
          <pc:docMk/>
          <pc:sldMk cId="3676255479" sldId="265"/>
        </pc:sldMkLst>
        <pc:spChg chg="add mod">
          <ac:chgData name="Jian Huang" userId="S::jianhuang@umass.edu::cceb65c6-4fe9-43ae-8ac3-0c77a86496d4" providerId="AD" clId="Web-{70BC6C80-D420-A67F-1A1F-195A9B3473EE}" dt="2025-12-19T17:27:33.648" v="13" actId="1076"/>
          <ac:spMkLst>
            <pc:docMk/>
            <pc:sldMk cId="3676255479" sldId="265"/>
            <ac:spMk id="6" creationId="{FA65C3D9-8DBE-5274-71DA-8EF089E3D0E2}"/>
          </ac:spMkLst>
        </pc:spChg>
        <pc:picChg chg="mod">
          <ac:chgData name="Jian Huang" userId="S::jianhuang@umass.edu::cceb65c6-4fe9-43ae-8ac3-0c77a86496d4" providerId="AD" clId="Web-{70BC6C80-D420-A67F-1A1F-195A9B3473EE}" dt="2025-12-19T17:27:30.585" v="12" actId="14100"/>
          <ac:picMkLst>
            <pc:docMk/>
            <pc:sldMk cId="3676255479" sldId="265"/>
            <ac:picMk id="4" creationId="{C7ECA2B2-5E50-F3FE-9643-73428A23F75C}"/>
          </ac:picMkLst>
        </pc:picChg>
        <pc:picChg chg="add del mod">
          <ac:chgData name="Jian Huang" userId="S::jianhuang@umass.edu::cceb65c6-4fe9-43ae-8ac3-0c77a86496d4" providerId="AD" clId="Web-{70BC6C80-D420-A67F-1A1F-195A9B3473EE}" dt="2025-12-19T17:27:11.038" v="3"/>
          <ac:picMkLst>
            <pc:docMk/>
            <pc:sldMk cId="3676255479" sldId="265"/>
            <ac:picMk id="5" creationId="{16691E54-8EE2-BBAB-A8D4-A2C715F9A87A}"/>
          </ac:picMkLst>
        </pc:picChg>
        <pc:picChg chg="add mod">
          <ac:chgData name="Jian Huang" userId="S::jianhuang@umass.edu::cceb65c6-4fe9-43ae-8ac3-0c77a86496d4" providerId="AD" clId="Web-{70BC6C80-D420-A67F-1A1F-195A9B3473EE}" dt="2025-12-19T17:28:19.320" v="17" actId="1076"/>
          <ac:picMkLst>
            <pc:docMk/>
            <pc:sldMk cId="3676255479" sldId="265"/>
            <ac:picMk id="7" creationId="{7AB47F6E-A9C5-C78D-70AA-BA0A6008E07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3BE26-1603-9FFA-852C-2FB0C89D5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5463"/>
            <a:ext cx="9144000" cy="23876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3600" b="1" baseline="0">
                <a:solidFill>
                  <a:srgbClr val="88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30FC6C-021D-3345-2601-B32B82564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51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6977844-7730-EC41-812D-BD39E127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CEB14378-3970-0942-645A-F7449611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30CF73F-F8A8-D0E1-9455-08B34FB6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99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28BE3F-FDE8-F860-7874-7AB81E749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250" y="1253331"/>
            <a:ext cx="10877550" cy="4351338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F52B26-0DA0-A528-C9AF-6E2F47AB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FC981F-794A-C12D-9DFC-924522E7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7D4D45-CE9A-247E-8770-3221E1FD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8">
            <a:extLst>
              <a:ext uri="{FF2B5EF4-FFF2-40B4-BE49-F238E27FC236}">
                <a16:creationId xmlns:a16="http://schemas.microsoft.com/office/drawing/2014/main" id="{E14AF52A-6027-2954-26DD-DF88DDB1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515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0523D-6236-CC5D-1ADA-9C1667E9F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001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663100-FCED-82E8-2A78-ABDDC679C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193925"/>
            <a:ext cx="5157787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F843F9-3C09-B685-4485-DACD1F1DB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37001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DA3D19-55BA-1FD9-E20D-B9C8F6C4A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2" y="2193925"/>
            <a:ext cx="5183188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3EEB4C-E633-1E1C-105D-2ED7E761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C8E1CC-0082-431D-B1AE-E8272801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A782B4-A00B-4FD6-72C7-A0F0B644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标题占位符 8">
            <a:extLst>
              <a:ext uri="{FF2B5EF4-FFF2-40B4-BE49-F238E27FC236}">
                <a16:creationId xmlns:a16="http://schemas.microsoft.com/office/drawing/2014/main" id="{B83ED8B0-7AB2-7B09-0305-13AD421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84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C4E53B-0CA2-E3C4-7CFD-2730C405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E54A7D-6C49-F75D-97D6-5C1BE5E58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F5D48D-DC63-0579-A48B-42B4465D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标题占位符 8">
            <a:extLst>
              <a:ext uri="{FF2B5EF4-FFF2-40B4-BE49-F238E27FC236}">
                <a16:creationId xmlns:a16="http://schemas.microsoft.com/office/drawing/2014/main" id="{00EF0D21-563E-08C8-EB9C-FE633524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889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3BE26-1603-9FFA-852C-2FB0C89D5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5463"/>
            <a:ext cx="9144000" cy="23876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3600" b="1" baseline="0">
                <a:solidFill>
                  <a:srgbClr val="88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30FC6C-021D-3345-2601-B32B82564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51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6977844-7730-EC41-812D-BD39E127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CEB14378-3970-0942-645A-F7449611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30CF73F-F8A8-D0E1-9455-08B34FB6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0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28BE3F-FDE8-F860-7874-7AB81E749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250" y="1253331"/>
            <a:ext cx="10877550" cy="4351338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F52B26-0DA0-A528-C9AF-6E2F47AB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FC981F-794A-C12D-9DFC-924522E7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7D4D45-CE9A-247E-8770-3221E1FD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8">
            <a:extLst>
              <a:ext uri="{FF2B5EF4-FFF2-40B4-BE49-F238E27FC236}">
                <a16:creationId xmlns:a16="http://schemas.microsoft.com/office/drawing/2014/main" id="{E14AF52A-6027-2954-26DD-DF88DDB1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91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0523D-6236-CC5D-1ADA-9C1667E9F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001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663100-FCED-82E8-2A78-ABDDC679C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193925"/>
            <a:ext cx="5157787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F843F9-3C09-B685-4485-DACD1F1DB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37001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DA3D19-55BA-1FD9-E20D-B9C8F6C4A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2" y="2193925"/>
            <a:ext cx="5183188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3EEB4C-E633-1E1C-105D-2ED7E761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C8E1CC-0082-431D-B1AE-E8272801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A782B4-A00B-4FD6-72C7-A0F0B644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标题占位符 8">
            <a:extLst>
              <a:ext uri="{FF2B5EF4-FFF2-40B4-BE49-F238E27FC236}">
                <a16:creationId xmlns:a16="http://schemas.microsoft.com/office/drawing/2014/main" id="{B83ED8B0-7AB2-7B09-0305-13AD421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934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C4E53B-0CA2-E3C4-7CFD-2730C405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E54A7D-6C49-F75D-97D6-5C1BE5E58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F5D48D-DC63-0579-A48B-42B4465D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标题占位符 8">
            <a:extLst>
              <a:ext uri="{FF2B5EF4-FFF2-40B4-BE49-F238E27FC236}">
                <a16:creationId xmlns:a16="http://schemas.microsoft.com/office/drawing/2014/main" id="{00EF0D21-563E-08C8-EB9C-FE633524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98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E8D109-2004-FF4C-790F-FAEFF180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831" y="134694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DED2E-9D38-6687-1F01-A713283E7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A3DE3-3028-B341-8A2F-7A9AE27F2E5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05ED2E-7726-7ADA-B38D-0FB16F4A8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15601-C87F-7803-7A8C-724839C10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defRPr>
            </a:lvl1pPr>
          </a:lstStyle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DAC40E-B322-41BE-E402-B0DAEF70D67D}"/>
              </a:ext>
            </a:extLst>
          </p:cNvPr>
          <p:cNvSpPr/>
          <p:nvPr userDrawn="1"/>
        </p:nvSpPr>
        <p:spPr>
          <a:xfrm>
            <a:off x="0" y="2"/>
            <a:ext cx="12192000" cy="756944"/>
          </a:xfrm>
          <a:prstGeom prst="rect">
            <a:avLst/>
          </a:prstGeom>
          <a:solidFill>
            <a:srgbClr val="88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>
              <a:latin typeface="Arial Black" panose="020B0A040201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2375D5-89F6-D0CD-5766-EE0B132C54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7212" y="160293"/>
            <a:ext cx="435132" cy="43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24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bg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8DAC40E-B322-41BE-E402-B0DAEF70D67D}"/>
              </a:ext>
            </a:extLst>
          </p:cNvPr>
          <p:cNvSpPr/>
          <p:nvPr userDrawn="1"/>
        </p:nvSpPr>
        <p:spPr>
          <a:xfrm>
            <a:off x="0" y="6114403"/>
            <a:ext cx="12192000" cy="756944"/>
          </a:xfrm>
          <a:prstGeom prst="rect">
            <a:avLst/>
          </a:prstGeom>
          <a:solidFill>
            <a:srgbClr val="88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>
              <a:latin typeface="Arial Black" panose="020B0A04020102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E8D109-2004-FF4C-790F-FAEFF180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831" y="134694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DED2E-9D38-6687-1F01-A713283E7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A3DE3-3028-B341-8A2F-7A9AE27F2E5F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05ED2E-7726-7ADA-B38D-0FB16F4A8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15601-C87F-7803-7A8C-724839C10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defRPr>
            </a:lvl1pPr>
          </a:lstStyle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2375D5-89F6-D0CD-5766-EE0B132C54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34" y="6275309"/>
            <a:ext cx="435132" cy="43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47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7" r:id="rId2"/>
    <p:sldLayoutId id="2147483668" r:id="rId3"/>
    <p:sldLayoutId id="2147483669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bg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etanhdoshi.github.io/Transformers-Attention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note.sx/jif6qmqd#20wDdSQgF9OKiEsOG3s5zW1hAteTl6W/gGRCY7OPtGo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59B8-067C-AE47-FE7E-4D18082CDD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ctr" anchorCtr="0"/>
          <a:lstStyle/>
          <a:p>
            <a:r>
              <a:rPr lang="en-US">
                <a:latin typeface="Arial"/>
                <a:cs typeface="Arial"/>
              </a:rPr>
              <a:t> </a:t>
            </a:r>
            <a:br>
              <a:rPr lang="en-US">
                <a:latin typeface="Arial"/>
                <a:cs typeface="Arial"/>
              </a:rPr>
            </a:br>
            <a:r>
              <a:rPr lang="en-US">
                <a:latin typeface="Arial"/>
                <a:cs typeface="Arial"/>
              </a:rPr>
              <a:t>Masked attention &amp; Cross attention in Transformer Explained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B39A8-5C69-0147-49B5-A0F0A4984D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Jian Huang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58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B46BC-F3A9-218D-BC1A-227E6FEA3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Overview of the transformer architecture</a:t>
            </a:r>
            <a:endParaRPr lang="en-US"/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0FD06A16-1314-81A9-AF43-F3076935E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294" y="879415"/>
            <a:ext cx="3786639" cy="556403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A3AB6F1-C394-3B11-40C4-ED6AA83887AD}"/>
              </a:ext>
            </a:extLst>
          </p:cNvPr>
          <p:cNvSpPr txBox="1"/>
          <p:nvPr/>
        </p:nvSpPr>
        <p:spPr>
          <a:xfrm>
            <a:off x="6788727" y="3475182"/>
            <a:ext cx="33897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ea typeface="黑体"/>
                <a:cs typeface="Arial"/>
              </a:rPr>
              <a:t>Masked</a:t>
            </a:r>
            <a:r>
              <a:rPr lang="zh-CN" altLang="en-US">
                <a:ea typeface="黑体"/>
                <a:cs typeface="Arial"/>
              </a:rPr>
              <a:t> multihead attention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73F8EA-8E61-DDF9-79ED-2C9D3E880BD7}"/>
              </a:ext>
            </a:extLst>
          </p:cNvPr>
          <p:cNvSpPr txBox="1"/>
          <p:nvPr/>
        </p:nvSpPr>
        <p:spPr>
          <a:xfrm>
            <a:off x="6788727" y="2782454"/>
            <a:ext cx="33897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ea typeface="黑体"/>
                <a:cs typeface="Arial"/>
              </a:rPr>
              <a:t>Cross</a:t>
            </a:r>
            <a:r>
              <a:rPr lang="zh-CN" altLang="en-US">
                <a:ea typeface="黑体"/>
                <a:cs typeface="Arial"/>
              </a:rPr>
              <a:t> multihead attention</a:t>
            </a:r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F2222FD-254D-DE88-40DA-37B0FE29F623}"/>
              </a:ext>
            </a:extLst>
          </p:cNvPr>
          <p:cNvCxnSpPr/>
          <p:nvPr/>
        </p:nvCxnSpPr>
        <p:spPr>
          <a:xfrm>
            <a:off x="5357090" y="3694545"/>
            <a:ext cx="1373909" cy="115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7CA3106-92A6-5F87-0934-1AECE7125C55}"/>
              </a:ext>
            </a:extLst>
          </p:cNvPr>
          <p:cNvCxnSpPr>
            <a:cxnSpLocks/>
          </p:cNvCxnSpPr>
          <p:nvPr/>
        </p:nvCxnSpPr>
        <p:spPr>
          <a:xfrm>
            <a:off x="5380181" y="2920999"/>
            <a:ext cx="1373909" cy="115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FA5BEEF-C20D-43C8-7D6E-5DCA0E15C801}"/>
              </a:ext>
            </a:extLst>
          </p:cNvPr>
          <p:cNvSpPr txBox="1"/>
          <p:nvPr/>
        </p:nvSpPr>
        <p:spPr>
          <a:xfrm>
            <a:off x="6419272" y="4341090"/>
            <a:ext cx="561801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黑体"/>
                <a:cs typeface="Arial"/>
              </a:rPr>
              <a:t>Apparently, there are still a kind of attention, meaning:</a:t>
            </a:r>
          </a:p>
          <a:p>
            <a:pPr marL="342900" indent="-342900">
              <a:buAutoNum type="arabicPeriod"/>
            </a:pPr>
            <a:r>
              <a:rPr lang="zh-CN" altLang="en-US">
                <a:ea typeface="黑体"/>
                <a:cs typeface="Arial"/>
              </a:rPr>
              <a:t>Still have </a:t>
            </a:r>
            <a:r>
              <a:rPr lang="zh-CN" altLang="en-US" b="1">
                <a:ea typeface="黑体"/>
                <a:cs typeface="Arial"/>
              </a:rPr>
              <a:t>Query, Key, Value</a:t>
            </a:r>
            <a:r>
              <a:rPr lang="zh-CN" altLang="en-US">
                <a:ea typeface="黑体"/>
                <a:cs typeface="Arial"/>
              </a:rPr>
              <a:t> attention operations</a:t>
            </a:r>
          </a:p>
          <a:p>
            <a:pPr marL="342900" indent="-342900">
              <a:buAutoNum type="arabicPeriod"/>
            </a:pPr>
            <a:endParaRPr lang="zh-CN" altLang="en-US">
              <a:ea typeface="黑体"/>
              <a:cs typeface="Arial"/>
            </a:endParaRPr>
          </a:p>
          <a:p>
            <a:r>
              <a:rPr lang="zh-CN" altLang="en-US">
                <a:ea typeface="黑体"/>
                <a:cs typeface="Arial"/>
              </a:rPr>
              <a:t>What are the differences?</a:t>
            </a:r>
          </a:p>
        </p:txBody>
      </p:sp>
    </p:spTree>
    <p:extLst>
      <p:ext uri="{BB962C8B-B14F-4D97-AF65-F5344CB8AC3E}">
        <p14:creationId xmlns:p14="http://schemas.microsoft.com/office/powerpoint/2010/main" val="2583300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, 示意图&#10;&#10;AI 生成的内容可能不正确。">
            <a:extLst>
              <a:ext uri="{FF2B5EF4-FFF2-40B4-BE49-F238E27FC236}">
                <a16:creationId xmlns:a16="http://schemas.microsoft.com/office/drawing/2014/main" id="{801B29E4-45AD-6CCE-AF43-DBD7233A0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843" y="646214"/>
            <a:ext cx="6477835" cy="5147974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597FC6-8E36-AD86-B49E-EBE3530E1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</p:spPr>
        <p:txBody>
          <a:bodyPr anchor="ctr">
            <a:normAutofit/>
          </a:bodyPr>
          <a:lstStyle/>
          <a:p>
            <a:r>
              <a:rPr lang="en-US">
                <a:latin typeface="Arial"/>
                <a:cs typeface="Arial"/>
              </a:rPr>
              <a:t>Multi-head attention</a:t>
            </a:r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15BDDB-FA7F-94ED-82BC-54FEE51162C3}"/>
              </a:ext>
            </a:extLst>
          </p:cNvPr>
          <p:cNvSpPr txBox="1"/>
          <p:nvPr/>
        </p:nvSpPr>
        <p:spPr>
          <a:xfrm>
            <a:off x="842818" y="6211455"/>
            <a:ext cx="987136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Transformers Explained Visually - Multi-head Attention, deep dive | Ketan Doshi Blog</a:t>
            </a:r>
            <a:endParaRPr lang="en-US" altLang="zh-CN">
              <a:solidFill>
                <a:srgbClr val="FFFFFF"/>
              </a:solidFill>
            </a:endParaRPr>
          </a:p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68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AC3B0F-585A-322B-225A-8376474B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Operations for Masked attention</a:t>
            </a:r>
            <a:endParaRPr lang="en-US"/>
          </a:p>
        </p:txBody>
      </p:sp>
      <p:pic>
        <p:nvPicPr>
          <p:cNvPr id="4" name="图片 3" descr="图示, 示意图&#10;&#10;AI 生成的内容可能不正确。">
            <a:extLst>
              <a:ext uri="{FF2B5EF4-FFF2-40B4-BE49-F238E27FC236}">
                <a16:creationId xmlns:a16="http://schemas.microsoft.com/office/drawing/2014/main" id="{96D309A5-3E76-5830-B650-54E5F34B8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35" y="871538"/>
            <a:ext cx="5705475" cy="4352925"/>
          </a:xfrm>
          <a:prstGeom prst="rect">
            <a:avLst/>
          </a:prstGeom>
        </p:spPr>
      </p:pic>
      <p:pic>
        <p:nvPicPr>
          <p:cNvPr id="5" name="图片 4" descr="图示, 文本&#10;&#10;AI 生成的内容可能不正确。">
            <a:extLst>
              <a:ext uri="{FF2B5EF4-FFF2-40B4-BE49-F238E27FC236}">
                <a16:creationId xmlns:a16="http://schemas.microsoft.com/office/drawing/2014/main" id="{6AB20A2F-056B-3CA9-2A58-D61A6A187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89" y="2463511"/>
            <a:ext cx="3943350" cy="27622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B389773-48DE-C1BA-15BB-369314E7B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089" y="1210686"/>
            <a:ext cx="2876550" cy="10191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9E48971-8B31-39E8-244E-ECADBEF050A2}"/>
              </a:ext>
            </a:extLst>
          </p:cNvPr>
          <p:cNvSpPr txBox="1"/>
          <p:nvPr/>
        </p:nvSpPr>
        <p:spPr>
          <a:xfrm>
            <a:off x="6199909" y="5357089"/>
            <a:ext cx="58142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黑体"/>
                <a:cs typeface="Arial"/>
              </a:rPr>
              <a:t>During softmax, negative infinity ==&gt; 0 ==&gt; no Value contribution for the final output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353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585A0-5FB8-0337-C3F3-10C421B0C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黑体"/>
                <a:cs typeface="Arial"/>
              </a:rPr>
              <a:t>Masked attention is designed to casuality</a:t>
            </a:r>
            <a:endParaRPr lang="zh-CN" altLang="en-US">
              <a:ea typeface="黑体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25941E-3701-5E8C-E5B8-290DB779147F}"/>
              </a:ext>
            </a:extLst>
          </p:cNvPr>
          <p:cNvSpPr txBox="1"/>
          <p:nvPr/>
        </p:nvSpPr>
        <p:spPr>
          <a:xfrm>
            <a:off x="727364" y="646545"/>
            <a:ext cx="10617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1600">
                <a:ea typeface="黑体"/>
                <a:cs typeface="Arial"/>
              </a:rPr>
              <a:t>To Learn to predict the next token, we must not look into the </a:t>
            </a:r>
            <a:r>
              <a:rPr lang="zh-CN" altLang="en-US" sz="1600" b="1">
                <a:ea typeface="黑体"/>
                <a:cs typeface="Arial"/>
              </a:rPr>
              <a:t>future </a:t>
            </a:r>
            <a:r>
              <a:rPr lang="zh-CN" altLang="en-US" sz="1600">
                <a:ea typeface="黑体"/>
                <a:cs typeface="Arial"/>
              </a:rPr>
              <a:t>and only depend on the </a:t>
            </a:r>
            <a:r>
              <a:rPr lang="zh-CN" altLang="en-US" sz="1600" b="1">
                <a:ea typeface="黑体"/>
                <a:cs typeface="Arial"/>
              </a:rPr>
              <a:t>past</a:t>
            </a:r>
            <a:endParaRPr lang="zh-CN" altLang="en-US" sz="1600">
              <a:cs typeface="Arial" panose="020B0604020202020204"/>
            </a:endParaRPr>
          </a:p>
        </p:txBody>
      </p:sp>
      <p:pic>
        <p:nvPicPr>
          <p:cNvPr id="5" name="图片 4" descr="图示, 文本&#10;&#10;AI 生成的内容可能不正确。">
            <a:extLst>
              <a:ext uri="{FF2B5EF4-FFF2-40B4-BE49-F238E27FC236}">
                <a16:creationId xmlns:a16="http://schemas.microsoft.com/office/drawing/2014/main" id="{EF4CF5B9-A2FA-F33E-DC8F-F3DE415D8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17" y="1089601"/>
            <a:ext cx="3943350" cy="276225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28EDB39-EBA6-1150-87DF-29D515EB8B2F}"/>
              </a:ext>
            </a:extLst>
          </p:cNvPr>
          <p:cNvCxnSpPr>
            <a:cxnSpLocks/>
          </p:cNvCxnSpPr>
          <p:nvPr/>
        </p:nvCxnSpPr>
        <p:spPr>
          <a:xfrm flipH="1" flipV="1">
            <a:off x="4190998" y="1662544"/>
            <a:ext cx="55418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88D0FEA-0530-266D-6805-B869B0CD0F45}"/>
              </a:ext>
            </a:extLst>
          </p:cNvPr>
          <p:cNvSpPr txBox="1"/>
          <p:nvPr/>
        </p:nvSpPr>
        <p:spPr>
          <a:xfrm>
            <a:off x="4895272" y="1477818"/>
            <a:ext cx="65416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黑体"/>
                <a:cs typeface="Arial"/>
              </a:rPr>
              <a:t>"</a:t>
            </a:r>
            <a:r>
              <a:rPr lang="zh-CN" altLang="en-US" b="1">
                <a:ea typeface="黑体"/>
                <a:cs typeface="Arial"/>
              </a:rPr>
              <a:t>Zuko</a:t>
            </a:r>
            <a:r>
              <a:rPr lang="zh-CN" altLang="en-US">
                <a:ea typeface="黑体"/>
                <a:cs typeface="Arial"/>
              </a:rPr>
              <a:t>" has not "looked at" the "made" "his" "uncle" "tea"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CFBCBD-4A30-CC07-2D17-3D70DC031CBD}"/>
              </a:ext>
            </a:extLst>
          </p:cNvPr>
          <p:cNvSpPr txBox="1"/>
          <p:nvPr/>
        </p:nvSpPr>
        <p:spPr>
          <a:xfrm>
            <a:off x="4895272" y="1985817"/>
            <a:ext cx="65416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黑体"/>
                <a:cs typeface="Arial"/>
              </a:rPr>
              <a:t>"</a:t>
            </a:r>
            <a:r>
              <a:rPr lang="zh-CN" altLang="en-US" b="1">
                <a:ea typeface="黑体"/>
                <a:cs typeface="Arial"/>
              </a:rPr>
              <a:t>Zuko</a:t>
            </a:r>
            <a:r>
              <a:rPr lang="zh-CN" altLang="en-US">
                <a:ea typeface="黑体"/>
                <a:cs typeface="Arial"/>
              </a:rPr>
              <a:t>" "</a:t>
            </a:r>
            <a:r>
              <a:rPr lang="zh-CN" altLang="en-US" b="1">
                <a:ea typeface="黑体"/>
                <a:cs typeface="Arial"/>
              </a:rPr>
              <a:t>made </a:t>
            </a:r>
            <a:r>
              <a:rPr lang="zh-CN" altLang="en-US">
                <a:ea typeface="黑体"/>
                <a:cs typeface="Arial"/>
              </a:rPr>
              <a:t>"has not "looked at" the "his" "uncle" "tea"</a:t>
            </a:r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428392-D8B1-9C0E-7419-3383EC9E3841}"/>
              </a:ext>
            </a:extLst>
          </p:cNvPr>
          <p:cNvSpPr txBox="1"/>
          <p:nvPr/>
        </p:nvSpPr>
        <p:spPr>
          <a:xfrm rot="5400000">
            <a:off x="7364996" y="2524708"/>
            <a:ext cx="6996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b="1">
                <a:ea typeface="黑体"/>
                <a:cs typeface="Arial"/>
              </a:rPr>
              <a:t>…...</a:t>
            </a:r>
            <a:endParaRPr lang="zh-CN" altLang="en-US" b="1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A4C6C93-76D6-EB06-5621-528E4EC11CA7}"/>
              </a:ext>
            </a:extLst>
          </p:cNvPr>
          <p:cNvGrpSpPr/>
          <p:nvPr/>
        </p:nvGrpSpPr>
        <p:grpSpPr>
          <a:xfrm>
            <a:off x="531090" y="4167908"/>
            <a:ext cx="6657107" cy="1569660"/>
            <a:chOff x="531090" y="4167908"/>
            <a:chExt cx="6657107" cy="1569660"/>
          </a:xfrm>
        </p:grpSpPr>
        <p:pic>
          <p:nvPicPr>
            <p:cNvPr id="14" name="图片 13" descr="图示&#10;&#10;AI 生成的内容可能不正确。">
              <a:extLst>
                <a:ext uri="{FF2B5EF4-FFF2-40B4-BE49-F238E27FC236}">
                  <a16:creationId xmlns:a16="http://schemas.microsoft.com/office/drawing/2014/main" id="{0A92F3CE-1BEE-EF5B-9BC8-6CD749635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9633" y="4467369"/>
              <a:ext cx="3933825" cy="809625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2AAC397-3C94-4A6D-60E6-DAF192DF126A}"/>
                </a:ext>
              </a:extLst>
            </p:cNvPr>
            <p:cNvSpPr txBox="1"/>
            <p:nvPr/>
          </p:nvSpPr>
          <p:spPr>
            <a:xfrm>
              <a:off x="531090" y="4167908"/>
              <a:ext cx="6657107" cy="15696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zh-CN" altLang="en-US" sz="1600">
                  <a:ea typeface="黑体"/>
                  <a:cs typeface="Arial"/>
                </a:rPr>
                <a:t>Based on chain rule factorization:</a:t>
              </a:r>
            </a:p>
            <a:p>
              <a:endParaRPr lang="zh-CN" altLang="en-US" sz="1600">
                <a:ea typeface="黑体"/>
                <a:cs typeface="Arial"/>
              </a:endParaRPr>
            </a:p>
            <a:p>
              <a:endParaRPr lang="zh-CN" altLang="en-US" sz="1600">
                <a:ea typeface="黑体"/>
                <a:cs typeface="Arial"/>
              </a:endParaRPr>
            </a:p>
            <a:p>
              <a:endParaRPr lang="zh-CN" altLang="en-US" sz="1600">
                <a:ea typeface="黑体"/>
                <a:cs typeface="Arial"/>
              </a:endParaRPr>
            </a:p>
            <a:p>
              <a:r>
                <a:rPr lang="zh-CN" altLang="en-US" sz="1600">
                  <a:ea typeface="黑体"/>
                  <a:cs typeface="Arial"/>
                </a:rPr>
                <a:t>~ predicting each token using only previous tokens</a:t>
              </a:r>
              <a:endParaRPr lang="zh-CN" sz="1600">
                <a:ea typeface="黑体"/>
                <a:cs typeface="Arial"/>
              </a:endParaRPr>
            </a:p>
            <a:p>
              <a:r>
                <a:rPr lang="zh-CN" altLang="en-US" sz="1600">
                  <a:ea typeface="黑体"/>
                  <a:cs typeface="Arial"/>
                </a:rPr>
                <a:t>~ the probability of the whole sequence is the above equation</a:t>
              </a:r>
            </a:p>
          </p:txBody>
        </p:sp>
      </p:grp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3B24E03-286F-8C19-B866-EEB3D9E663ED}"/>
              </a:ext>
            </a:extLst>
          </p:cNvPr>
          <p:cNvCxnSpPr>
            <a:cxnSpLocks/>
          </p:cNvCxnSpPr>
          <p:nvPr/>
        </p:nvCxnSpPr>
        <p:spPr>
          <a:xfrm flipH="1" flipV="1">
            <a:off x="4227943" y="2103580"/>
            <a:ext cx="55418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1FDA7DB-FF39-4CF9-0351-9341253D90C0}"/>
              </a:ext>
            </a:extLst>
          </p:cNvPr>
          <p:cNvGrpSpPr/>
          <p:nvPr/>
        </p:nvGrpSpPr>
        <p:grpSpPr>
          <a:xfrm>
            <a:off x="6985000" y="3428999"/>
            <a:ext cx="5040744" cy="2527780"/>
            <a:chOff x="6985000" y="3428999"/>
            <a:chExt cx="5040744" cy="252778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4DF7C9E-B6BE-EEBA-AB6D-8D99C4314624}"/>
                </a:ext>
              </a:extLst>
            </p:cNvPr>
            <p:cNvSpPr txBox="1"/>
            <p:nvPr/>
          </p:nvSpPr>
          <p:spPr>
            <a:xfrm>
              <a:off x="7712363" y="3428999"/>
              <a:ext cx="2743200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zh-CN" altLang="en-US" sz="1600">
                  <a:ea typeface="黑体"/>
                  <a:cs typeface="Arial"/>
                </a:rPr>
                <a:t>What if we do not mask?</a:t>
              </a:r>
              <a:endParaRPr lang="zh-CN" altLang="en-US" sz="1600"/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050A702F-3E2F-3FFE-BA0A-FA533B882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57008" y="4769284"/>
              <a:ext cx="1743075" cy="390525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29EEB4CC-D663-D72D-C03A-E569993F3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07363" y="4350905"/>
              <a:ext cx="1819275" cy="419100"/>
            </a:xfrm>
            <a:prstGeom prst="rect">
              <a:avLst/>
            </a:prstGeom>
          </p:spPr>
        </p:pic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3C7155C-0004-6997-2DF9-49F61F0720A7}"/>
                </a:ext>
              </a:extLst>
            </p:cNvPr>
            <p:cNvSpPr txBox="1"/>
            <p:nvPr/>
          </p:nvSpPr>
          <p:spPr>
            <a:xfrm>
              <a:off x="6985000" y="3925454"/>
              <a:ext cx="5040744" cy="203132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zh-CN" altLang="en-US">
                  <a:ea typeface="黑体"/>
                  <a:cs typeface="Arial"/>
                </a:rPr>
                <a:t>The "vallina" self-attention is </a:t>
              </a:r>
              <a:r>
                <a:rPr lang="zh-CN" altLang="en-US" u="sng">
                  <a:ea typeface="黑体"/>
                  <a:cs typeface="Arial"/>
                </a:rPr>
                <a:t>bidirectional</a:t>
              </a:r>
              <a:endParaRPr lang="zh-CN" altLang="en-US" u="sng">
                <a:ea typeface="黑体" panose="02010609060101010101" pitchFamily="49" charset="-122"/>
                <a:cs typeface="Arial"/>
              </a:endParaRPr>
            </a:p>
            <a:p>
              <a:endParaRPr lang="zh-CN" altLang="en-US" u="sng">
                <a:ea typeface="黑体"/>
                <a:cs typeface="Arial"/>
              </a:endParaRPr>
            </a:p>
            <a:p>
              <a:endParaRPr lang="zh-CN" altLang="en-US" u="sng">
                <a:ea typeface="黑体"/>
                <a:cs typeface="Arial"/>
              </a:endParaRPr>
            </a:p>
            <a:p>
              <a:endParaRPr lang="zh-CN" altLang="en-US" u="sng">
                <a:ea typeface="黑体"/>
                <a:cs typeface="Arial"/>
              </a:endParaRPr>
            </a:p>
            <a:p>
              <a:endParaRPr lang="zh-CN" altLang="en-US" u="sng">
                <a:ea typeface="黑体"/>
                <a:cs typeface="Arial"/>
              </a:endParaRPr>
            </a:p>
            <a:p>
              <a:r>
                <a:rPr lang="zh-CN" altLang="en-US">
                  <a:ea typeface="黑体"/>
                  <a:cs typeface="Arial"/>
                </a:rPr>
                <a:t>~ meaning the learnt probability depends on both the past and future (information leakage)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77C73E2-752B-097F-6248-229C9A645F48}"/>
              </a:ext>
            </a:extLst>
          </p:cNvPr>
          <p:cNvGrpSpPr/>
          <p:nvPr/>
        </p:nvGrpSpPr>
        <p:grpSpPr>
          <a:xfrm>
            <a:off x="6038272" y="2894013"/>
            <a:ext cx="5027037" cy="561975"/>
            <a:chOff x="6038272" y="2894013"/>
            <a:chExt cx="5027037" cy="561975"/>
          </a:xfrm>
        </p:grpSpPr>
        <p:pic>
          <p:nvPicPr>
            <p:cNvPr id="24" name="图片 23" descr="图片包含 文本&#10;&#10;AI 生成的内容可能不正确。">
              <a:extLst>
                <a:ext uri="{FF2B5EF4-FFF2-40B4-BE49-F238E27FC236}">
                  <a16:creationId xmlns:a16="http://schemas.microsoft.com/office/drawing/2014/main" id="{DB3324BF-A680-FF83-E00D-B046BDA14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7784" y="2894013"/>
              <a:ext cx="3057525" cy="561975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8621130-B2B2-A375-F43C-A73F0F0166E7}"/>
                </a:ext>
              </a:extLst>
            </p:cNvPr>
            <p:cNvSpPr txBox="1"/>
            <p:nvPr/>
          </p:nvSpPr>
          <p:spPr>
            <a:xfrm>
              <a:off x="6038272" y="2990272"/>
              <a:ext cx="2743200" cy="3657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zh-CN" altLang="en-US" b="1">
                  <a:solidFill>
                    <a:srgbClr val="FF0000"/>
                  </a:solidFill>
                  <a:ea typeface="黑体"/>
                  <a:cs typeface="Arial"/>
                </a:rPr>
                <a:t>Enforce casuality: </a:t>
              </a:r>
              <a:endParaRPr lang="zh-CN" altLang="en-US" b="1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272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F6CD4029-F738-09B9-82C5-137770D51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062" y="1230240"/>
            <a:ext cx="7643380" cy="3843338"/>
          </a:xfrm>
          <a:prstGeom prst="rect">
            <a:avLst/>
          </a:prstGeo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AF08274D-4DA7-4900-18FA-CFDE2EDC2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Cross attention</a:t>
            </a:r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543180-EC13-C454-973F-063FFE7C2CC8}"/>
              </a:ext>
            </a:extLst>
          </p:cNvPr>
          <p:cNvSpPr txBox="1"/>
          <p:nvPr/>
        </p:nvSpPr>
        <p:spPr>
          <a:xfrm>
            <a:off x="1085272" y="646546"/>
            <a:ext cx="695729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1600">
                <a:ea typeface="黑体"/>
                <a:cs typeface="Arial"/>
              </a:rPr>
              <a:t>Use </a:t>
            </a:r>
            <a:r>
              <a:rPr lang="zh-CN" altLang="en-US" sz="1600" b="1">
                <a:ea typeface="黑体"/>
                <a:cs typeface="Arial"/>
              </a:rPr>
              <a:t>Queries </a:t>
            </a:r>
            <a:r>
              <a:rPr lang="zh-CN" altLang="en-US" sz="1600">
                <a:ea typeface="黑体"/>
                <a:cs typeface="Arial"/>
              </a:rPr>
              <a:t>from decoder output</a:t>
            </a:r>
          </a:p>
          <a:p>
            <a:r>
              <a:rPr lang="zh-CN" altLang="en-US" sz="1600">
                <a:ea typeface="黑体"/>
                <a:cs typeface="Arial"/>
              </a:rPr>
              <a:t>Use </a:t>
            </a:r>
            <a:r>
              <a:rPr lang="zh-CN" altLang="en-US" sz="1600" b="1">
                <a:ea typeface="黑体"/>
                <a:cs typeface="Arial"/>
              </a:rPr>
              <a:t>Keys </a:t>
            </a:r>
            <a:r>
              <a:rPr lang="zh-CN" altLang="en-US" sz="1600">
                <a:ea typeface="黑体"/>
                <a:cs typeface="Arial"/>
              </a:rPr>
              <a:t>and </a:t>
            </a:r>
            <a:r>
              <a:rPr lang="zh-CN" altLang="en-US" sz="1600" b="1">
                <a:ea typeface="黑体"/>
                <a:cs typeface="Arial"/>
              </a:rPr>
              <a:t>Values </a:t>
            </a:r>
            <a:r>
              <a:rPr lang="zh-CN" altLang="en-US" sz="1600">
                <a:ea typeface="黑体"/>
                <a:cs typeface="Arial"/>
              </a:rPr>
              <a:t>from encoder output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47C385-5AF3-E574-F10B-AFCA9026A0ED}"/>
              </a:ext>
            </a:extLst>
          </p:cNvPr>
          <p:cNvSpPr txBox="1"/>
          <p:nvPr/>
        </p:nvSpPr>
        <p:spPr>
          <a:xfrm>
            <a:off x="1085272" y="5218546"/>
            <a:ext cx="871219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1600">
                <a:ea typeface="黑体"/>
                <a:cs typeface="Arial"/>
              </a:rPr>
              <a:t>Encoder: already learnt the "</a:t>
            </a:r>
            <a:r>
              <a:rPr lang="zh-CN" altLang="en-US" sz="1600" u="sng">
                <a:ea typeface="黑体"/>
                <a:cs typeface="Arial"/>
              </a:rPr>
              <a:t>contextual</a:t>
            </a:r>
            <a:r>
              <a:rPr lang="zh-CN" altLang="en-US" sz="1600">
                <a:ea typeface="黑体"/>
                <a:cs typeface="Arial"/>
              </a:rPr>
              <a:t>" information (function as a "dictionary");</a:t>
            </a:r>
          </a:p>
          <a:p>
            <a:r>
              <a:rPr lang="zh-CN" altLang="en-US" sz="1600">
                <a:ea typeface="黑体"/>
                <a:cs typeface="Arial"/>
              </a:rPr>
              <a:t>Decoder: only has the past as a prior and tries to "look up" the dictionary for predicting future</a:t>
            </a:r>
          </a:p>
          <a:p>
            <a:r>
              <a:rPr lang="zh-CN" altLang="en-US" sz="1600">
                <a:solidFill>
                  <a:srgbClr val="FF0000"/>
                </a:solidFill>
                <a:ea typeface="黑体"/>
                <a:cs typeface="Arial"/>
              </a:rPr>
              <a:t>In a real generation taks, which part(s) do we actually use?</a:t>
            </a:r>
          </a:p>
        </p:txBody>
      </p:sp>
    </p:spTree>
    <p:extLst>
      <p:ext uri="{BB962C8B-B14F-4D97-AF65-F5344CB8AC3E}">
        <p14:creationId xmlns:p14="http://schemas.microsoft.com/office/powerpoint/2010/main" val="233231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AA9AD2-0EC9-0D6D-0AEF-F28444F52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250" y="763474"/>
            <a:ext cx="1087755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>
                <a:latin typeface="Arial"/>
                <a:cs typeface="Arial"/>
              </a:rPr>
              <a:t>Dataset: IMDB reviews on movies</a:t>
            </a:r>
          </a:p>
          <a:p>
            <a:r>
              <a:rPr lang="en-US" sz="1400">
                <a:latin typeface="Arial"/>
                <a:cs typeface="Arial"/>
              </a:rPr>
              <a:t>Sentiment: Positive/Negative</a:t>
            </a:r>
            <a:endParaRPr lang="en-US" sz="1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103947-A9F4-C5C5-4A04-AE22F3C5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Code implementation for sentiment classification task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ECA2B2-5E50-F3FE-9643-73428A23F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47" y="1977691"/>
            <a:ext cx="5879037" cy="2892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65C3D9-8DBE-5274-71DA-8EF089E3D0E2}"/>
              </a:ext>
            </a:extLst>
          </p:cNvPr>
          <p:cNvSpPr txBox="1"/>
          <p:nvPr/>
        </p:nvSpPr>
        <p:spPr>
          <a:xfrm>
            <a:off x="1005052" y="5117224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3"/>
              </a:rPr>
              <a:t>https://share.note.sx/jif6qmqd#20wDdSQgF9OKiEsOG3s5zW1hAteTl6W/gGRCY7OPtGo</a:t>
            </a:r>
            <a:endParaRPr lang="en-US"/>
          </a:p>
          <a:p>
            <a:endParaRPr lang="en-US">
              <a:cs typeface="Arial"/>
            </a:endParaRPr>
          </a:p>
          <a:p>
            <a:pPr algn="ctr"/>
            <a:endParaRPr lang="en-US">
              <a:cs typeface="Arial"/>
            </a:endParaRPr>
          </a:p>
        </p:txBody>
      </p:sp>
      <p:pic>
        <p:nvPicPr>
          <p:cNvPr id="7" name="Picture 6" descr="A diagram of a process&#10;&#10;AI-generated content may be incorrect.">
            <a:extLst>
              <a:ext uri="{FF2B5EF4-FFF2-40B4-BE49-F238E27FC236}">
                <a16:creationId xmlns:a16="http://schemas.microsoft.com/office/drawing/2014/main" id="{7AB47F6E-A9C5-C78D-70AA-BA0A6008E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2887" y="742293"/>
            <a:ext cx="2458244" cy="497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55479"/>
      </p:ext>
    </p:extLst>
  </p:cSld>
  <p:clrMapOvr>
    <a:masterClrMapping/>
  </p:clrMapOvr>
</p:sld>
</file>

<file path=ppt/theme/theme1.xml><?xml version="1.0" encoding="utf-8"?>
<a:theme xmlns:a="http://schemas.openxmlformats.org/drawingml/2006/main" name="jian_perso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jianhuang" id="{B610B1EE-D762-DF48-97C3-A7E9B4F0EE75}" vid="{460C4233-78C4-8248-8711-AE6B6EF1A1A3}"/>
    </a:ext>
  </a:extLst>
</a:theme>
</file>

<file path=ppt/theme/theme2.xml><?xml version="1.0" encoding="utf-8"?>
<a:theme xmlns:a="http://schemas.openxmlformats.org/drawingml/2006/main" name="1_jian_perso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jianhuang" id="{B610B1EE-D762-DF48-97C3-A7E9B4F0EE75}" vid="{9E71AED6-699C-844C-819F-677F42ECB4B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jian_personal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jian_personal</vt:lpstr>
      <vt:lpstr>1_jian_personal</vt:lpstr>
      <vt:lpstr>  Masked attention &amp; Cross attention in Transformer Explained</vt:lpstr>
      <vt:lpstr>Overview of the transformer architecture</vt:lpstr>
      <vt:lpstr>Multi-head attention</vt:lpstr>
      <vt:lpstr>Operations for Masked attention</vt:lpstr>
      <vt:lpstr>Masked attention is designed to casuality</vt:lpstr>
      <vt:lpstr>Cross attention</vt:lpstr>
      <vt:lpstr>Code implementation for sentiment classification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JianHuang</dc:creator>
  <cp:revision>1</cp:revision>
  <dcterms:created xsi:type="dcterms:W3CDTF">2025-11-04T23:20:31Z</dcterms:created>
  <dcterms:modified xsi:type="dcterms:W3CDTF">2025-12-19T17:28:31Z</dcterms:modified>
</cp:coreProperties>
</file>