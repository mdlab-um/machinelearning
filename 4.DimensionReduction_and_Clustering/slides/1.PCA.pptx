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ld Standard TT"/>
      <p:regular r:id="rId8"/>
      <p:bold r:id="rId9"/>
      <p: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ldStandardTT-italic.fntdata"/><Relationship Id="rId9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ldStandardT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dc9d554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dc9d554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e334a9a1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e334a9a1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90000" y="541150"/>
            <a:ext cx="6828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Step 1: Standardization and Centering Data: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</a:t>
            </a:r>
            <a:r>
              <a:rPr lang="en" sz="1300">
                <a:solidFill>
                  <a:schemeClr val="dk1"/>
                </a:solidFill>
              </a:rPr>
              <a:t>tandardize the range of the continuous initial variables so that each one of them contributes equally to the analysis.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025" y="736825"/>
            <a:ext cx="1846200" cy="3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9553" y="2030675"/>
            <a:ext cx="2431673" cy="5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9998" y="1470273"/>
            <a:ext cx="2632613" cy="4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09420" y="67348"/>
            <a:ext cx="86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Principal component analysis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2200" y="3434700"/>
            <a:ext cx="856750" cy="32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24840" y="3232584"/>
            <a:ext cx="1216385" cy="16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90000" y="3170001"/>
            <a:ext cx="6592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Step 3: Eigen Decomposition and Identifying Principal Components: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Eigenvectors of the Covariance matrix are the directions of the axes where there is the most variance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Eigenvalues are the coefficients of eigenvectors, which give the amount of variance carried in each Principal Component.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By ranking your eigenvectors in order of their eigenvalues, highest to lowest 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get the principal components in order of significance.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90000" y="1423850"/>
            <a:ext cx="659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Step 2: Covariance Matrix Computation: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aim of this step is to understand how the variables of the input data set are varying from the mean with respect to each other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If positive then: the two variables increase or decrease together (correlated)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If negative then: one increases when the other decreases (Inversely correlated)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80571" y="3864163"/>
            <a:ext cx="1300840" cy="32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48191" y="4239925"/>
            <a:ext cx="1300850" cy="28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148350" y="85200"/>
            <a:ext cx="86967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Step 4: Pick the Top Directions &amp; Transform Data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Select the top k components that capture most of the variance like 95%.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" sz="1300"/>
              <a:t>Transform the original dataset by projecting it onto these top components.</a:t>
            </a:r>
            <a:br>
              <a:rPr lang="en" sz="1300"/>
            </a:br>
            <a:br>
              <a:rPr lang="en" sz="1300"/>
            </a:br>
            <a:r>
              <a:rPr lang="en" sz="1300"/>
              <a:t>→ Transformed data = FeatureVector x StandardizedOriginalData</a:t>
            </a:r>
            <a:endParaRPr sz="1300"/>
          </a:p>
        </p:txBody>
      </p:sp>
      <p:sp>
        <p:nvSpPr>
          <p:cNvPr id="75" name="Google Shape;75;p14"/>
          <p:cNvSpPr txBox="1"/>
          <p:nvPr/>
        </p:nvSpPr>
        <p:spPr>
          <a:xfrm>
            <a:off x="148350" y="1548624"/>
            <a:ext cx="88473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Applications of Principal Component Analysis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Visualization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Multicollinearity Handling: Creates new, uncorrelated variables to address issues when original features are highly correlated.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Noise Reduction: Eliminates components with low variance enhance data clarity.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Compression: Represents data with fewer components reduce storage needs and speeding up processing.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n" sz="1300"/>
              <a:t>Outlier Detection: Identifies unusual data points by showing which ones deviate significantly in the reduced space.</a:t>
            </a:r>
            <a:endParaRPr sz="1300"/>
          </a:p>
        </p:txBody>
      </p:sp>
      <p:sp>
        <p:nvSpPr>
          <p:cNvPr id="76" name="Google Shape;76;p14"/>
          <p:cNvSpPr txBox="1"/>
          <p:nvPr/>
        </p:nvSpPr>
        <p:spPr>
          <a:xfrm>
            <a:off x="138145" y="3676893"/>
            <a:ext cx="8847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Interpretation Challenges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Information Loss: Reducing dimensions may lose some important information if too few components are kept.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Assumption of Linearity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en" sz="1300"/>
              <a:t>Risk of Overfitting: Using too many components or working with a small dataset might lead to models that don't generalize well.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