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sldIdLst>
    <p:sldId id="256" r:id="rId3"/>
    <p:sldId id="257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93FF3-9C18-0EE7-1E5B-ABCF06E9B15D}" v="1482" dt="2026-02-12T22:02:57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4"/>
  </p:normalViewPr>
  <p:slideViewPr>
    <p:cSldViewPr snapToGrid="0">
      <p:cViewPr varScale="1">
        <p:scale>
          <a:sx n="114" d="100"/>
          <a:sy n="114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Huang" userId="S::jianhuang@umass.edu::cceb65c6-4fe9-43ae-8ac3-0c77a86496d4" providerId="AD" clId="Web-{7B193FF3-9C18-0EE7-1E5B-ABCF06E9B15D}"/>
    <pc:docChg chg="addSld modSld">
      <pc:chgData name="Jian Huang" userId="S::jianhuang@umass.edu::cceb65c6-4fe9-43ae-8ac3-0c77a86496d4" providerId="AD" clId="Web-{7B193FF3-9C18-0EE7-1E5B-ABCF06E9B15D}" dt="2026-02-12T22:02:57.052" v="861" actId="20577"/>
      <pc:docMkLst>
        <pc:docMk/>
      </pc:docMkLst>
      <pc:sldChg chg="modSp">
        <pc:chgData name="Jian Huang" userId="S::jianhuang@umass.edu::cceb65c6-4fe9-43ae-8ac3-0c77a86496d4" providerId="AD" clId="Web-{7B193FF3-9C18-0EE7-1E5B-ABCF06E9B15D}" dt="2026-02-12T21:15:27.944" v="11" actId="20577"/>
        <pc:sldMkLst>
          <pc:docMk/>
          <pc:sldMk cId="3460358399" sldId="256"/>
        </pc:sldMkLst>
        <pc:spChg chg="mod">
          <ac:chgData name="Jian Huang" userId="S::jianhuang@umass.edu::cceb65c6-4fe9-43ae-8ac3-0c77a86496d4" providerId="AD" clId="Web-{7B193FF3-9C18-0EE7-1E5B-ABCF06E9B15D}" dt="2026-02-12T21:15:23.944" v="10" actId="20577"/>
          <ac:spMkLst>
            <pc:docMk/>
            <pc:sldMk cId="3460358399" sldId="256"/>
            <ac:spMk id="2" creationId="{3C4D59B8-067C-AE47-FE7E-4D18082CDD6C}"/>
          </ac:spMkLst>
        </pc:spChg>
        <pc:spChg chg="mod">
          <ac:chgData name="Jian Huang" userId="S::jianhuang@umass.edu::cceb65c6-4fe9-43ae-8ac3-0c77a86496d4" providerId="AD" clId="Web-{7B193FF3-9C18-0EE7-1E5B-ABCF06E9B15D}" dt="2026-02-12T21:15:27.944" v="11" actId="20577"/>
          <ac:spMkLst>
            <pc:docMk/>
            <pc:sldMk cId="3460358399" sldId="256"/>
            <ac:spMk id="3" creationId="{050B39A8-5C69-0147-49B5-A0F0A4984D5C}"/>
          </ac:spMkLst>
        </pc:spChg>
      </pc:sldChg>
      <pc:sldChg chg="addSp delSp modSp addAnim">
        <pc:chgData name="Jian Huang" userId="S::jianhuang@umass.edu::cceb65c6-4fe9-43ae-8ac3-0c77a86496d4" providerId="AD" clId="Web-{7B193FF3-9C18-0EE7-1E5B-ABCF06E9B15D}" dt="2026-02-12T21:52:25.825" v="754" actId="20577"/>
        <pc:sldMkLst>
          <pc:docMk/>
          <pc:sldMk cId="2583300102" sldId="257"/>
        </pc:sldMkLst>
        <pc:spChg chg="mod">
          <ac:chgData name="Jian Huang" userId="S::jianhuang@umass.edu::cceb65c6-4fe9-43ae-8ac3-0c77a86496d4" providerId="AD" clId="Web-{7B193FF3-9C18-0EE7-1E5B-ABCF06E9B15D}" dt="2026-02-12T21:21:20.226" v="165" actId="20577"/>
          <ac:spMkLst>
            <pc:docMk/>
            <pc:sldMk cId="2583300102" sldId="257"/>
            <ac:spMk id="2" creationId="{DB7B46BC-F3A9-218D-BC1A-227E6FEA33F8}"/>
          </ac:spMkLst>
        </pc:spChg>
        <pc:spChg chg="add del">
          <ac:chgData name="Jian Huang" userId="S::jianhuang@umass.edu::cceb65c6-4fe9-43ae-8ac3-0c77a86496d4" providerId="AD" clId="Web-{7B193FF3-9C18-0EE7-1E5B-ABCF06E9B15D}" dt="2026-02-12T21:21:22.023" v="166"/>
          <ac:spMkLst>
            <pc:docMk/>
            <pc:sldMk cId="2583300102" sldId="257"/>
            <ac:spMk id="4" creationId="{D0384631-DB2A-9C52-A508-EFF4536440C0}"/>
          </ac:spMkLst>
        </pc:spChg>
        <pc:spChg chg="add mod">
          <ac:chgData name="Jian Huang" userId="S::jianhuang@umass.edu::cceb65c6-4fe9-43ae-8ac3-0c77a86496d4" providerId="AD" clId="Web-{7B193FF3-9C18-0EE7-1E5B-ABCF06E9B15D}" dt="2026-02-12T21:52:25.825" v="754" actId="20577"/>
          <ac:spMkLst>
            <pc:docMk/>
            <pc:sldMk cId="2583300102" sldId="257"/>
            <ac:spMk id="6" creationId="{BD7231EF-0C5A-8609-CF7A-D3398490DBD2}"/>
          </ac:spMkLst>
        </pc:spChg>
        <pc:spChg chg="add mod">
          <ac:chgData name="Jian Huang" userId="S::jianhuang@umass.edu::cceb65c6-4fe9-43ae-8ac3-0c77a86496d4" providerId="AD" clId="Web-{7B193FF3-9C18-0EE7-1E5B-ABCF06E9B15D}" dt="2026-02-12T21:38:36.805" v="543" actId="14100"/>
          <ac:spMkLst>
            <pc:docMk/>
            <pc:sldMk cId="2583300102" sldId="257"/>
            <ac:spMk id="13" creationId="{18A5D97C-9EF1-3198-4573-113A7105F699}"/>
          </ac:spMkLst>
        </pc:spChg>
        <pc:picChg chg="add del mod">
          <ac:chgData name="Jian Huang" userId="S::jianhuang@umass.edu::cceb65c6-4fe9-43ae-8ac3-0c77a86496d4" providerId="AD" clId="Web-{7B193FF3-9C18-0EE7-1E5B-ABCF06E9B15D}" dt="2026-02-12T21:27:12.877" v="311"/>
          <ac:picMkLst>
            <pc:docMk/>
            <pc:sldMk cId="2583300102" sldId="257"/>
            <ac:picMk id="7" creationId="{1E56B0AB-3CA0-D5F5-EA75-C9F5F5CB2C35}"/>
          </ac:picMkLst>
        </pc:picChg>
        <pc:picChg chg="add mod">
          <ac:chgData name="Jian Huang" userId="S::jianhuang@umass.edu::cceb65c6-4fe9-43ae-8ac3-0c77a86496d4" providerId="AD" clId="Web-{7B193FF3-9C18-0EE7-1E5B-ABCF06E9B15D}" dt="2026-02-12T21:38:16.383" v="518" actId="1076"/>
          <ac:picMkLst>
            <pc:docMk/>
            <pc:sldMk cId="2583300102" sldId="257"/>
            <ac:picMk id="8" creationId="{B724FF95-08BD-2A3D-B7FA-D45890250C65}"/>
          </ac:picMkLst>
        </pc:picChg>
        <pc:picChg chg="add mod">
          <ac:chgData name="Jian Huang" userId="S::jianhuang@umass.edu::cceb65c6-4fe9-43ae-8ac3-0c77a86496d4" providerId="AD" clId="Web-{7B193FF3-9C18-0EE7-1E5B-ABCF06E9B15D}" dt="2026-02-12T21:38:16.383" v="519" actId="1076"/>
          <ac:picMkLst>
            <pc:docMk/>
            <pc:sldMk cId="2583300102" sldId="257"/>
            <ac:picMk id="9" creationId="{417BB2FE-F2A9-F88E-1D3B-7133DDBCAFD3}"/>
          </ac:picMkLst>
        </pc:picChg>
        <pc:picChg chg="add mod">
          <ac:chgData name="Jian Huang" userId="S::jianhuang@umass.edu::cceb65c6-4fe9-43ae-8ac3-0c77a86496d4" providerId="AD" clId="Web-{7B193FF3-9C18-0EE7-1E5B-ABCF06E9B15D}" dt="2026-02-12T21:38:16.383" v="520" actId="1076"/>
          <ac:picMkLst>
            <pc:docMk/>
            <pc:sldMk cId="2583300102" sldId="257"/>
            <ac:picMk id="10" creationId="{7DA4B331-BB8A-50FE-F7D0-DAFC15A2CFCA}"/>
          </ac:picMkLst>
        </pc:picChg>
        <pc:picChg chg="add mod">
          <ac:chgData name="Jian Huang" userId="S::jianhuang@umass.edu::cceb65c6-4fe9-43ae-8ac3-0c77a86496d4" providerId="AD" clId="Web-{7B193FF3-9C18-0EE7-1E5B-ABCF06E9B15D}" dt="2026-02-12T21:38:16.398" v="521" actId="1076"/>
          <ac:picMkLst>
            <pc:docMk/>
            <pc:sldMk cId="2583300102" sldId="257"/>
            <ac:picMk id="11" creationId="{6BB4560A-1F06-FFAA-B33A-1288BD1E83F1}"/>
          </ac:picMkLst>
        </pc:picChg>
        <pc:picChg chg="add mod">
          <ac:chgData name="Jian Huang" userId="S::jianhuang@umass.edu::cceb65c6-4fe9-43ae-8ac3-0c77a86496d4" providerId="AD" clId="Web-{7B193FF3-9C18-0EE7-1E5B-ABCF06E9B15D}" dt="2026-02-12T21:38:16.398" v="522" actId="1076"/>
          <ac:picMkLst>
            <pc:docMk/>
            <pc:sldMk cId="2583300102" sldId="257"/>
            <ac:picMk id="12" creationId="{53EA087E-35B4-833C-4FD3-E4CD8A4D0FB4}"/>
          </ac:picMkLst>
        </pc:picChg>
      </pc:sldChg>
      <pc:sldChg chg="addSp delSp modSp addAnim">
        <pc:chgData name="Jian Huang" userId="S::jianhuang@umass.edu::cceb65c6-4fe9-43ae-8ac3-0c77a86496d4" providerId="AD" clId="Web-{7B193FF3-9C18-0EE7-1E5B-ABCF06E9B15D}" dt="2026-02-12T22:02:57.052" v="861" actId="20577"/>
        <pc:sldMkLst>
          <pc:docMk/>
          <pc:sldMk cId="4028849659" sldId="258"/>
        </pc:sldMkLst>
        <pc:spChg chg="mod">
          <ac:chgData name="Jian Huang" userId="S::jianhuang@umass.edu::cceb65c6-4fe9-43ae-8ac3-0c77a86496d4" providerId="AD" clId="Web-{7B193FF3-9C18-0EE7-1E5B-ABCF06E9B15D}" dt="2026-02-12T21:16:04.913" v="40" actId="20577"/>
          <ac:spMkLst>
            <pc:docMk/>
            <pc:sldMk cId="4028849659" sldId="258"/>
            <ac:spMk id="2" creationId="{04DF721D-F7B6-D6A3-9A11-FA8EF55A540A}"/>
          </ac:spMkLst>
        </pc:spChg>
        <pc:spChg chg="add mod">
          <ac:chgData name="Jian Huang" userId="S::jianhuang@umass.edu::cceb65c6-4fe9-43ae-8ac3-0c77a86496d4" providerId="AD" clId="Web-{7B193FF3-9C18-0EE7-1E5B-ABCF06E9B15D}" dt="2026-02-12T21:32:27.350" v="396" actId="1076"/>
          <ac:spMkLst>
            <pc:docMk/>
            <pc:sldMk cId="4028849659" sldId="258"/>
            <ac:spMk id="3" creationId="{DE56424C-AFF7-52F1-A800-E8731F70A759}"/>
          </ac:spMkLst>
        </pc:spChg>
        <pc:spChg chg="add del mod">
          <ac:chgData name="Jian Huang" userId="S::jianhuang@umass.edu::cceb65c6-4fe9-43ae-8ac3-0c77a86496d4" providerId="AD" clId="Web-{7B193FF3-9C18-0EE7-1E5B-ABCF06E9B15D}" dt="2026-02-12T21:17:59.150" v="82"/>
          <ac:spMkLst>
            <pc:docMk/>
            <pc:sldMk cId="4028849659" sldId="258"/>
            <ac:spMk id="5" creationId="{C1CF702B-B2BF-AC92-2C2F-AA5DF333517B}"/>
          </ac:spMkLst>
        </pc:spChg>
        <pc:spChg chg="add mod">
          <ac:chgData name="Jian Huang" userId="S::jianhuang@umass.edu::cceb65c6-4fe9-43ae-8ac3-0c77a86496d4" providerId="AD" clId="Web-{7B193FF3-9C18-0EE7-1E5B-ABCF06E9B15D}" dt="2026-02-12T21:18:42.920" v="95"/>
          <ac:spMkLst>
            <pc:docMk/>
            <pc:sldMk cId="4028849659" sldId="258"/>
            <ac:spMk id="6" creationId="{FE974576-6507-9423-1989-D4E12F53F9E0}"/>
          </ac:spMkLst>
        </pc:spChg>
        <pc:spChg chg="add mod">
          <ac:chgData name="Jian Huang" userId="S::jianhuang@umass.edu::cceb65c6-4fe9-43ae-8ac3-0c77a86496d4" providerId="AD" clId="Web-{7B193FF3-9C18-0EE7-1E5B-ABCF06E9B15D}" dt="2026-02-12T22:02:57.052" v="861" actId="20577"/>
          <ac:spMkLst>
            <pc:docMk/>
            <pc:sldMk cId="4028849659" sldId="258"/>
            <ac:spMk id="7" creationId="{4BA0962D-7EFD-0AF7-85EC-2D14F1B1F848}"/>
          </ac:spMkLst>
        </pc:spChg>
        <pc:picChg chg="add mod">
          <ac:chgData name="Jian Huang" userId="S::jianhuang@umass.edu::cceb65c6-4fe9-43ae-8ac3-0c77a86496d4" providerId="AD" clId="Web-{7B193FF3-9C18-0EE7-1E5B-ABCF06E9B15D}" dt="2026-02-12T21:32:32.054" v="398" actId="1076"/>
          <ac:picMkLst>
            <pc:docMk/>
            <pc:sldMk cId="4028849659" sldId="258"/>
            <ac:picMk id="4" creationId="{78F5934D-9FCB-7059-A272-8868B7788FBB}"/>
          </ac:picMkLst>
        </pc:picChg>
      </pc:sldChg>
      <pc:sldChg chg="addSp modSp">
        <pc:chgData name="Jian Huang" userId="S::jianhuang@umass.edu::cceb65c6-4fe9-43ae-8ac3-0c77a86496d4" providerId="AD" clId="Web-{7B193FF3-9C18-0EE7-1E5B-ABCF06E9B15D}" dt="2026-02-12T21:43:15.002" v="637" actId="1076"/>
        <pc:sldMkLst>
          <pc:docMk/>
          <pc:sldMk cId="43768601" sldId="261"/>
        </pc:sldMkLst>
        <pc:spChg chg="mod">
          <ac:chgData name="Jian Huang" userId="S::jianhuang@umass.edu::cceb65c6-4fe9-43ae-8ac3-0c77a86496d4" providerId="AD" clId="Web-{7B193FF3-9C18-0EE7-1E5B-ABCF06E9B15D}" dt="2026-02-12T21:35:22.137" v="482" actId="20577"/>
          <ac:spMkLst>
            <pc:docMk/>
            <pc:sldMk cId="43768601" sldId="261"/>
            <ac:spMk id="2" creationId="{17597FC6-8E36-AD86-B49E-EBE3530E1500}"/>
          </ac:spMkLst>
        </pc:spChg>
        <pc:spChg chg="add mod">
          <ac:chgData name="Jian Huang" userId="S::jianhuang@umass.edu::cceb65c6-4fe9-43ae-8ac3-0c77a86496d4" providerId="AD" clId="Web-{7B193FF3-9C18-0EE7-1E5B-ABCF06E9B15D}" dt="2026-02-12T21:41:38.999" v="582" actId="1076"/>
          <ac:spMkLst>
            <pc:docMk/>
            <pc:sldMk cId="43768601" sldId="261"/>
            <ac:spMk id="16" creationId="{5A2A96AB-D059-203E-EDE0-4A05F72A0D30}"/>
          </ac:spMkLst>
        </pc:spChg>
        <pc:spChg chg="add mod">
          <ac:chgData name="Jian Huang" userId="S::jianhuang@umass.edu::cceb65c6-4fe9-43ae-8ac3-0c77a86496d4" providerId="AD" clId="Web-{7B193FF3-9C18-0EE7-1E5B-ABCF06E9B15D}" dt="2026-02-12T21:43:15.002" v="636" actId="1076"/>
          <ac:spMkLst>
            <pc:docMk/>
            <pc:sldMk cId="43768601" sldId="261"/>
            <ac:spMk id="17" creationId="{DD700EC8-8484-5A31-3657-5C21F88DBBDB}"/>
          </ac:spMkLst>
        </pc:spChg>
        <pc:picChg chg="add mod">
          <ac:chgData name="Jian Huang" userId="S::jianhuang@umass.edu::cceb65c6-4fe9-43ae-8ac3-0c77a86496d4" providerId="AD" clId="Web-{7B193FF3-9C18-0EE7-1E5B-ABCF06E9B15D}" dt="2026-02-12T21:41:16.327" v="566" actId="1076"/>
          <ac:picMkLst>
            <pc:docMk/>
            <pc:sldMk cId="43768601" sldId="261"/>
            <ac:picMk id="4" creationId="{E67230CD-BAC2-8C2F-F364-7E163C428C36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1:23.249" v="571" actId="1076"/>
          <ac:picMkLst>
            <pc:docMk/>
            <pc:sldMk cId="43768601" sldId="261"/>
            <ac:picMk id="6" creationId="{6FF5D069-0AEC-D325-7BD9-7FD417548BD2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1:20.186" v="568" actId="1076"/>
          <ac:picMkLst>
            <pc:docMk/>
            <pc:sldMk cId="43768601" sldId="261"/>
            <ac:picMk id="8" creationId="{27D05A7F-6E0F-C0CB-9DAC-E493587806B1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1:20.186" v="569" actId="1076"/>
          <ac:picMkLst>
            <pc:docMk/>
            <pc:sldMk cId="43768601" sldId="261"/>
            <ac:picMk id="10" creationId="{190B7B38-5FD2-ED2A-2DE8-4C9A8E88E6C6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1:20.186" v="570" actId="1076"/>
          <ac:picMkLst>
            <pc:docMk/>
            <pc:sldMk cId="43768601" sldId="261"/>
            <ac:picMk id="12" creationId="{C31CEF46-6AFF-5E7F-6F68-98589E7F848B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3:06.173" v="632" actId="1076"/>
          <ac:picMkLst>
            <pc:docMk/>
            <pc:sldMk cId="43768601" sldId="261"/>
            <ac:picMk id="13" creationId="{E71CA6C7-C2DA-BC13-E9ED-41ABBBF99CA3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3:06.173" v="633" actId="1076"/>
          <ac:picMkLst>
            <pc:docMk/>
            <pc:sldMk cId="43768601" sldId="261"/>
            <ac:picMk id="14" creationId="{2AAC85CB-7E4E-E788-1B0F-91B4E83214B9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3:14.986" v="635" actId="1076"/>
          <ac:picMkLst>
            <pc:docMk/>
            <pc:sldMk cId="43768601" sldId="261"/>
            <ac:picMk id="15" creationId="{69B555FA-7761-8E4D-4482-3C2A0AED8467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3:08.439" v="634" actId="1076"/>
          <ac:picMkLst>
            <pc:docMk/>
            <pc:sldMk cId="43768601" sldId="261"/>
            <ac:picMk id="18" creationId="{37865F25-0FCE-FFB7-3C57-CE261C7E53CE}"/>
          </ac:picMkLst>
        </pc:picChg>
        <pc:picChg chg="add mod">
          <ac:chgData name="Jian Huang" userId="S::jianhuang@umass.edu::cceb65c6-4fe9-43ae-8ac3-0c77a86496d4" providerId="AD" clId="Web-{7B193FF3-9C18-0EE7-1E5B-ABCF06E9B15D}" dt="2026-02-12T21:43:15.002" v="637" actId="1076"/>
          <ac:picMkLst>
            <pc:docMk/>
            <pc:sldMk cId="43768601" sldId="261"/>
            <ac:picMk id="19" creationId="{14776D87-3194-077E-B39B-C735D0E36FCB}"/>
          </ac:picMkLst>
        </pc:picChg>
      </pc:sldChg>
      <pc:sldChg chg="addSp delSp modSp">
        <pc:chgData name="Jian Huang" userId="S::jianhuang@umass.edu::cceb65c6-4fe9-43ae-8ac3-0c77a86496d4" providerId="AD" clId="Web-{7B193FF3-9C18-0EE7-1E5B-ABCF06E9B15D}" dt="2026-02-12T21:45:00.879" v="665" actId="1076"/>
        <pc:sldMkLst>
          <pc:docMk/>
          <pc:sldMk cId="2190353499" sldId="262"/>
        </pc:sldMkLst>
        <pc:spChg chg="del">
          <ac:chgData name="Jian Huang" userId="S::jianhuang@umass.edu::cceb65c6-4fe9-43ae-8ac3-0c77a86496d4" providerId="AD" clId="Web-{7B193FF3-9C18-0EE7-1E5B-ABCF06E9B15D}" dt="2026-02-12T21:43:35.065" v="647"/>
          <ac:spMkLst>
            <pc:docMk/>
            <pc:sldMk cId="2190353499" sldId="262"/>
            <ac:spMk id="2" creationId="{989078BB-A037-BD52-0EFC-3100BC24E2B3}"/>
          </ac:spMkLst>
        </pc:spChg>
        <pc:spChg chg="mod">
          <ac:chgData name="Jian Huang" userId="S::jianhuang@umass.edu::cceb65c6-4fe9-43ae-8ac3-0c77a86496d4" providerId="AD" clId="Web-{7B193FF3-9C18-0EE7-1E5B-ABCF06E9B15D}" dt="2026-02-12T21:43:31.783" v="646" actId="20577"/>
          <ac:spMkLst>
            <pc:docMk/>
            <pc:sldMk cId="2190353499" sldId="262"/>
            <ac:spMk id="3" creationId="{EBAC3B0F-585A-322B-225A-8376474B8D0E}"/>
          </ac:spMkLst>
        </pc:spChg>
        <pc:spChg chg="add mod">
          <ac:chgData name="Jian Huang" userId="S::jianhuang@umass.edu::cceb65c6-4fe9-43ae-8ac3-0c77a86496d4" providerId="AD" clId="Web-{7B193FF3-9C18-0EE7-1E5B-ABCF06E9B15D}" dt="2026-02-12T21:44:05.081" v="658" actId="20577"/>
          <ac:spMkLst>
            <pc:docMk/>
            <pc:sldMk cId="2190353499" sldId="262"/>
            <ac:spMk id="4" creationId="{64A66E21-D129-71C1-6112-5C85EB866B48}"/>
          </ac:spMkLst>
        </pc:spChg>
        <pc:picChg chg="add mod">
          <ac:chgData name="Jian Huang" userId="S::jianhuang@umass.edu::cceb65c6-4fe9-43ae-8ac3-0c77a86496d4" providerId="AD" clId="Web-{7B193FF3-9C18-0EE7-1E5B-ABCF06E9B15D}" dt="2026-02-12T21:45:00.879" v="665" actId="1076"/>
          <ac:picMkLst>
            <pc:docMk/>
            <pc:sldMk cId="2190353499" sldId="262"/>
            <ac:picMk id="5" creationId="{8D28709F-D7B7-8D40-810A-6AD7E7DAF978}"/>
          </ac:picMkLst>
        </pc:picChg>
      </pc:sldChg>
      <pc:sldChg chg="addSp modSp new mod modClrScheme addAnim modAnim chgLayout">
        <pc:chgData name="Jian Huang" userId="S::jianhuang@umass.edu::cceb65c6-4fe9-43ae-8ac3-0c77a86496d4" providerId="AD" clId="Web-{7B193FF3-9C18-0EE7-1E5B-ABCF06E9B15D}" dt="2026-02-12T22:02:43.348" v="858" actId="20577"/>
        <pc:sldMkLst>
          <pc:docMk/>
          <pc:sldMk cId="1961588750" sldId="263"/>
        </pc:sldMkLst>
        <pc:spChg chg="mod ord">
          <ac:chgData name="Jian Huang" userId="S::jianhuang@umass.edu::cceb65c6-4fe9-43ae-8ac3-0c77a86496d4" providerId="AD" clId="Web-{7B193FF3-9C18-0EE7-1E5B-ABCF06E9B15D}" dt="2026-02-12T21:48:41.913" v="671"/>
          <ac:spMkLst>
            <pc:docMk/>
            <pc:sldMk cId="1961588750" sldId="263"/>
            <ac:spMk id="2" creationId="{24032EDD-5D8F-9871-90C8-6D8EF7BF1F86}"/>
          </ac:spMkLst>
        </pc:spChg>
        <pc:spChg chg="add mod">
          <ac:chgData name="Jian Huang" userId="S::jianhuang@umass.edu::cceb65c6-4fe9-43ae-8ac3-0c77a86496d4" providerId="AD" clId="Web-{7B193FF3-9C18-0EE7-1E5B-ABCF06E9B15D}" dt="2026-02-12T21:53:16.219" v="757" actId="1076"/>
          <ac:spMkLst>
            <pc:docMk/>
            <pc:sldMk cId="1961588750" sldId="263"/>
            <ac:spMk id="4" creationId="{432206D9-C1F9-F0CB-660F-46D9413D9B5F}"/>
          </ac:spMkLst>
        </pc:spChg>
        <pc:spChg chg="add mod">
          <ac:chgData name="Jian Huang" userId="S::jianhuang@umass.edu::cceb65c6-4fe9-43ae-8ac3-0c77a86496d4" providerId="AD" clId="Web-{7B193FF3-9C18-0EE7-1E5B-ABCF06E9B15D}" dt="2026-02-12T21:53:16.219" v="758" actId="1076"/>
          <ac:spMkLst>
            <pc:docMk/>
            <pc:sldMk cId="1961588750" sldId="263"/>
            <ac:spMk id="5" creationId="{81D03EDB-7DD6-166E-23BB-55B97FBEC6A7}"/>
          </ac:spMkLst>
        </pc:spChg>
        <pc:spChg chg="add mod">
          <ac:chgData name="Jian Huang" userId="S::jianhuang@umass.edu::cceb65c6-4fe9-43ae-8ac3-0c77a86496d4" providerId="AD" clId="Web-{7B193FF3-9C18-0EE7-1E5B-ABCF06E9B15D}" dt="2026-02-12T22:02:43.348" v="858" actId="20577"/>
          <ac:spMkLst>
            <pc:docMk/>
            <pc:sldMk cId="1961588750" sldId="263"/>
            <ac:spMk id="6" creationId="{99B12AF3-A80C-F03E-F9D1-8087B24C482A}"/>
          </ac:spMkLst>
        </pc:spChg>
        <pc:picChg chg="add mod">
          <ac:chgData name="Jian Huang" userId="S::jianhuang@umass.edu::cceb65c6-4fe9-43ae-8ac3-0c77a86496d4" providerId="AD" clId="Web-{7B193FF3-9C18-0EE7-1E5B-ABCF06E9B15D}" dt="2026-02-12T21:53:04.250" v="756" actId="1076"/>
          <ac:picMkLst>
            <pc:docMk/>
            <pc:sldMk cId="1961588750" sldId="263"/>
            <ac:picMk id="3" creationId="{D1943580-6AC3-C793-52F4-65924FA3BED1}"/>
          </ac:picMkLst>
        </pc:picChg>
      </pc:sldChg>
    </pc:docChg>
  </pc:docChgLst>
  <pc:docChgLst>
    <pc:chgData clId="Web-{7B193FF3-9C18-0EE7-1E5B-ABCF06E9B15D}"/>
    <pc:docChg chg="modSld">
      <pc:chgData name="" userId="" providerId="" clId="Web-{7B193FF3-9C18-0EE7-1E5B-ABCF06E9B15D}" dt="2026-02-12T21:15:14.662" v="2" actId="20577"/>
      <pc:docMkLst>
        <pc:docMk/>
      </pc:docMkLst>
      <pc:sldChg chg="modSp">
        <pc:chgData name="" userId="" providerId="" clId="Web-{7B193FF3-9C18-0EE7-1E5B-ABCF06E9B15D}" dt="2026-02-12T21:15:14.662" v="2" actId="20577"/>
        <pc:sldMkLst>
          <pc:docMk/>
          <pc:sldMk cId="3460358399" sldId="256"/>
        </pc:sldMkLst>
        <pc:spChg chg="mod">
          <ac:chgData name="" userId="" providerId="" clId="Web-{7B193FF3-9C18-0EE7-1E5B-ABCF06E9B15D}" dt="2026-02-12T21:15:14.662" v="2" actId="20577"/>
          <ac:spMkLst>
            <pc:docMk/>
            <pc:sldMk cId="3460358399" sldId="256"/>
            <ac:spMk id="2" creationId="{3C4D59B8-067C-AE47-FE7E-4D18082CDD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51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88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9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493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898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2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212" y="160293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6114403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4" y="6275309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69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9B8-067C-AE47-FE7E-4D18082CD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ctr" anchorCtr="0"/>
          <a:lstStyle/>
          <a:p>
            <a:r>
              <a:rPr lang="en-US" dirty="0" err="1">
                <a:latin typeface="Arial"/>
                <a:cs typeface="Arial"/>
              </a:rPr>
              <a:t>GraphSAGE</a:t>
            </a:r>
            <a:r>
              <a:rPr lang="en-US" dirty="0">
                <a:latin typeface="Arial"/>
                <a:cs typeface="Arial"/>
              </a:rPr>
              <a:t> explained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B39A8-5C69-0147-49B5-A0F0A4984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Jian</a:t>
            </a:r>
          </a:p>
        </p:txBody>
      </p:sp>
    </p:spTree>
    <p:extLst>
      <p:ext uri="{BB962C8B-B14F-4D97-AF65-F5344CB8AC3E}">
        <p14:creationId xmlns:p14="http://schemas.microsoft.com/office/powerpoint/2010/main" val="34603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46BC-F3A9-218D-BC1A-227E6FEA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What if a graph becomes exceedingly large?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231EF-0C5A-8609-CF7A-D3398490DBD2}"/>
              </a:ext>
            </a:extLst>
          </p:cNvPr>
          <p:cNvSpPr txBox="1"/>
          <p:nvPr/>
        </p:nvSpPr>
        <p:spPr>
          <a:xfrm>
            <a:off x="495252" y="3844635"/>
            <a:ext cx="1120364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The issue of</a:t>
            </a:r>
            <a:r>
              <a:rPr lang="en-US" b="1" dirty="0">
                <a:cs typeface="Arial"/>
              </a:rPr>
              <a:t> "Neighbor explosion"</a:t>
            </a:r>
          </a:p>
          <a:p>
            <a:endParaRPr lang="en-US" b="1" dirty="0">
              <a:cs typeface="Arial"/>
            </a:endParaRPr>
          </a:p>
          <a:p>
            <a:r>
              <a:rPr lang="en-US" dirty="0">
                <a:cs typeface="Arial"/>
              </a:rPr>
              <a:t>Simple math: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A graph has nodes with an average "degree" (connections/neighbors) of 20; (</a:t>
            </a:r>
            <a:r>
              <a:rPr lang="en-US" u="sng" dirty="0">
                <a:cs typeface="Arial"/>
              </a:rPr>
              <a:t>d = 20</a:t>
            </a:r>
            <a:r>
              <a:rPr lang="en-US" dirty="0">
                <a:cs typeface="Arial"/>
              </a:rPr>
              <a:t>)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It has a "fanout" of three layers; (</a:t>
            </a:r>
            <a:r>
              <a:rPr lang="en-US" u="sng" dirty="0">
                <a:cs typeface="Arial"/>
              </a:rPr>
              <a:t>L=3</a:t>
            </a:r>
            <a:r>
              <a:rPr lang="en-US" dirty="0">
                <a:cs typeface="Arial"/>
              </a:rPr>
              <a:t>)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For one node, it will have </a:t>
            </a:r>
            <a:r>
              <a:rPr lang="en-US" dirty="0">
                <a:solidFill>
                  <a:srgbClr val="FF0000"/>
                </a:solidFill>
                <a:cs typeface="Arial"/>
              </a:rPr>
              <a:t>20^3=8000</a:t>
            </a:r>
            <a:r>
              <a:rPr lang="en-US" dirty="0">
                <a:cs typeface="Arial"/>
              </a:rPr>
              <a:t> neighbors involved in its message passing/aggregation calculation.</a:t>
            </a: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Complexity for one node: </a:t>
            </a:r>
            <a:r>
              <a:rPr lang="en-US" dirty="0" err="1">
                <a:cs typeface="Arial"/>
              </a:rPr>
              <a:t>d^L</a:t>
            </a:r>
            <a:endParaRPr lang="en-US" dirty="0">
              <a:cs typeface="Arial"/>
            </a:endParaRP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B724FF95-08BD-2A3D-B7FA-D4589025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92" y="1485135"/>
            <a:ext cx="2765051" cy="2095500"/>
          </a:xfrm>
          <a:prstGeom prst="rect">
            <a:avLst/>
          </a:prstGeom>
        </p:spPr>
      </p:pic>
      <p:pic>
        <p:nvPicPr>
          <p:cNvPr id="9" name="Picture 8" descr="A black and white text&#10;&#10;AI-generated content may be incorrect.">
            <a:extLst>
              <a:ext uri="{FF2B5EF4-FFF2-40B4-BE49-F238E27FC236}">
                <a16:creationId xmlns:a16="http://schemas.microsoft.com/office/drawing/2014/main" id="{417BB2FE-F2A9-F88E-1D3B-7133DDBC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79" y="3241332"/>
            <a:ext cx="3286125" cy="504825"/>
          </a:xfrm>
          <a:prstGeom prst="rect">
            <a:avLst/>
          </a:prstGeom>
        </p:spPr>
      </p:pic>
      <p:pic>
        <p:nvPicPr>
          <p:cNvPr id="10" name="Picture 9" descr="A group of black letters&#10;&#10;AI-generated content may be incorrect.">
            <a:extLst>
              <a:ext uri="{FF2B5EF4-FFF2-40B4-BE49-F238E27FC236}">
                <a16:creationId xmlns:a16="http://schemas.microsoft.com/office/drawing/2014/main" id="{7DA4B331-BB8A-50FE-F7D0-DAFC15A2C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99" y="1373685"/>
            <a:ext cx="3286125" cy="504825"/>
          </a:xfrm>
          <a:prstGeom prst="rect">
            <a:avLst/>
          </a:prstGeom>
        </p:spPr>
      </p:pic>
      <p:pic>
        <p:nvPicPr>
          <p:cNvPr id="11" name="Picture 10" descr="A close-up of a number&#10;&#10;AI-generated content may be incorrect.">
            <a:extLst>
              <a:ext uri="{FF2B5EF4-FFF2-40B4-BE49-F238E27FC236}">
                <a16:creationId xmlns:a16="http://schemas.microsoft.com/office/drawing/2014/main" id="{6BB4560A-1F06-FFAA-B33A-1288BD1E8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051" y="1913346"/>
            <a:ext cx="3286125" cy="504825"/>
          </a:xfrm>
          <a:prstGeom prst="rect">
            <a:avLst/>
          </a:prstGeom>
        </p:spPr>
      </p:pic>
      <p:pic>
        <p:nvPicPr>
          <p:cNvPr id="12" name="Picture 11" descr="A group of symbols on a white background&#10;&#10;AI-generated content may be incorrect.">
            <a:extLst>
              <a:ext uri="{FF2B5EF4-FFF2-40B4-BE49-F238E27FC236}">
                <a16:creationId xmlns:a16="http://schemas.microsoft.com/office/drawing/2014/main" id="{53EA087E-35B4-833C-4FD3-E4CD8A4D0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526" y="2404626"/>
            <a:ext cx="3286125" cy="504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A5D97C-9EF1-3198-4573-113A7105F699}"/>
              </a:ext>
            </a:extLst>
          </p:cNvPr>
          <p:cNvSpPr txBox="1"/>
          <p:nvPr/>
        </p:nvSpPr>
        <p:spPr>
          <a:xfrm>
            <a:off x="1356547" y="904364"/>
            <a:ext cx="63233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General framework of GNNs: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0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721D-F7B6-D6A3-9A11-FA8EF55A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/>
                <a:cs typeface="Arial"/>
              </a:rPr>
              <a:t>GraphSAGE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6424C-AFF7-52F1-A800-E8731F70A759}"/>
              </a:ext>
            </a:extLst>
          </p:cNvPr>
          <p:cNvSpPr txBox="1"/>
          <p:nvPr/>
        </p:nvSpPr>
        <p:spPr>
          <a:xfrm>
            <a:off x="517664" y="931105"/>
            <a:ext cx="81780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Main innovation: </a:t>
            </a:r>
            <a:r>
              <a:rPr lang="en-US" b="1" dirty="0">
                <a:cs typeface="Arial"/>
              </a:rPr>
              <a:t>Stochastic sampling neighbors during training</a:t>
            </a:r>
            <a:endParaRPr lang="en-US" b="1" dirty="0"/>
          </a:p>
        </p:txBody>
      </p:sp>
      <p:pic>
        <p:nvPicPr>
          <p:cNvPr id="4" name="Picture 3" descr="A diagram of a method&#10;&#10;AI-generated content may be incorrect.">
            <a:extLst>
              <a:ext uri="{FF2B5EF4-FFF2-40B4-BE49-F238E27FC236}">
                <a16:creationId xmlns:a16="http://schemas.microsoft.com/office/drawing/2014/main" id="{78F5934D-9FCB-7059-A272-8868B778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75" y="1305485"/>
            <a:ext cx="7154396" cy="3104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974576-6507-9423-1989-D4E12F53F9E0}"/>
              </a:ext>
            </a:extLst>
          </p:cNvPr>
          <p:cNvSpPr txBox="1"/>
          <p:nvPr/>
        </p:nvSpPr>
        <p:spPr>
          <a:xfrm>
            <a:off x="0" y="647700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Khemani et al.</a:t>
            </a:r>
            <a:r>
              <a:rPr lang="en-US" sz="1400" dirty="0"/>
              <a:t> </a:t>
            </a:r>
            <a:r>
              <a:rPr lang="en-US" sz="1400" i="1" dirty="0"/>
              <a:t>Journal of Big Data</a:t>
            </a:r>
            <a:r>
              <a:rPr lang="en-US" sz="1400" dirty="0"/>
              <a:t> 11, no. 1 (2024): 18. </a:t>
            </a:r>
            <a:endParaRPr lang="en-US" sz="1400" dirty="0">
              <a:cs typeface="Arial"/>
            </a:endParaRPr>
          </a:p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0962D-7EFD-0AF7-85EC-2D14F1B1F848}"/>
              </a:ext>
            </a:extLst>
          </p:cNvPr>
          <p:cNvSpPr txBox="1"/>
          <p:nvPr/>
        </p:nvSpPr>
        <p:spPr>
          <a:xfrm>
            <a:off x="562487" y="4752311"/>
            <a:ext cx="1105796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Intuition</a:t>
            </a:r>
            <a:r>
              <a:rPr lang="en-US" dirty="0">
                <a:cs typeface="Arial"/>
              </a:rPr>
              <a:t>:</a:t>
            </a:r>
            <a:endParaRPr lang="en-US" b="1" dirty="0">
              <a:cs typeface="Arial"/>
            </a:endParaRP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Monte Carlo estimation ~ estimate for average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Stochastic gradient descent; mini-batch (in the graph level); drop out ~ </a:t>
            </a:r>
            <a:r>
              <a:rPr lang="en-US" dirty="0">
                <a:solidFill>
                  <a:schemeClr val="accent6"/>
                </a:solidFill>
                <a:cs typeface="Arial"/>
              </a:rPr>
              <a:t>regularization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Some neighbors matter more: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cs typeface="Arial"/>
              </a:rPr>
              <a:t>I may ask David for how to cook; </a:t>
            </a:r>
            <a:r>
              <a:rPr lang="en-US" dirty="0" err="1">
                <a:cs typeface="Arial"/>
              </a:rPr>
              <a:t>Kairong</a:t>
            </a:r>
            <a:r>
              <a:rPr lang="en-US" dirty="0">
                <a:cs typeface="Arial"/>
              </a:rPr>
              <a:t> for how to knit; Shrishti for how to make </a:t>
            </a:r>
            <a:r>
              <a:rPr lang="en-US" dirty="0" err="1">
                <a:cs typeface="Arial"/>
              </a:rPr>
              <a:t>macha</a:t>
            </a:r>
            <a:r>
              <a:rPr lang="en-US" dirty="0">
                <a:cs typeface="Arial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2884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FC6-8E36-AD86-B49E-EBE3530E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Mathematic formulation</a:t>
            </a: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67230CD-BAC2-8C2F-F364-7E163C428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54" y="989230"/>
            <a:ext cx="2765051" cy="2095500"/>
          </a:xfrm>
          <a:prstGeom prst="rect">
            <a:avLst/>
          </a:prstGeom>
        </p:spPr>
      </p:pic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6FF5D069-0AEC-D325-7BD9-7FD41754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70" y="5079808"/>
            <a:ext cx="3286125" cy="504825"/>
          </a:xfrm>
          <a:prstGeom prst="rect">
            <a:avLst/>
          </a:prstGeom>
        </p:spPr>
      </p:pic>
      <p:pic>
        <p:nvPicPr>
          <p:cNvPr id="8" name="Picture 7" descr="A group of black letters&#10;&#10;AI-generated content may be incorrect.">
            <a:extLst>
              <a:ext uri="{FF2B5EF4-FFF2-40B4-BE49-F238E27FC236}">
                <a16:creationId xmlns:a16="http://schemas.microsoft.com/office/drawing/2014/main" id="{27D05A7F-6E0F-C0CB-9DAC-E49358780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71" y="3381494"/>
            <a:ext cx="3286125" cy="504825"/>
          </a:xfrm>
          <a:prstGeom prst="rect">
            <a:avLst/>
          </a:prstGeom>
        </p:spPr>
      </p:pic>
      <p:pic>
        <p:nvPicPr>
          <p:cNvPr id="10" name="Picture 9" descr="A close-up of a number&#10;&#10;AI-generated content may be incorrect.">
            <a:extLst>
              <a:ext uri="{FF2B5EF4-FFF2-40B4-BE49-F238E27FC236}">
                <a16:creationId xmlns:a16="http://schemas.microsoft.com/office/drawing/2014/main" id="{190B7B38-5FD2-ED2A-2DE8-4C9A8E88E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23" y="3921155"/>
            <a:ext cx="3286125" cy="504825"/>
          </a:xfrm>
          <a:prstGeom prst="rect">
            <a:avLst/>
          </a:prstGeom>
        </p:spPr>
      </p:pic>
      <p:pic>
        <p:nvPicPr>
          <p:cNvPr id="12" name="Picture 11" descr="A group of symbols on a white background&#10;&#10;AI-generated content may be incorrect.">
            <a:extLst>
              <a:ext uri="{FF2B5EF4-FFF2-40B4-BE49-F238E27FC236}">
                <a16:creationId xmlns:a16="http://schemas.microsoft.com/office/drawing/2014/main" id="{C31CEF46-6AFF-5E7F-6F68-98589E7F84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98" y="4412435"/>
            <a:ext cx="3286125" cy="504825"/>
          </a:xfrm>
          <a:prstGeom prst="rect">
            <a:avLst/>
          </a:prstGeom>
        </p:spPr>
      </p:pic>
      <p:pic>
        <p:nvPicPr>
          <p:cNvPr id="13" name="Picture 12" descr="A black and white text&#10;&#10;AI-generated content may be incorrect.">
            <a:extLst>
              <a:ext uri="{FF2B5EF4-FFF2-40B4-BE49-F238E27FC236}">
                <a16:creationId xmlns:a16="http://schemas.microsoft.com/office/drawing/2014/main" id="{E71CA6C7-C2DA-BC13-E9ED-41ABBBF99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9510" y="805920"/>
            <a:ext cx="3286125" cy="504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AC85CB-7E4E-E788-1B0F-91B4E83214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485" y="1339547"/>
            <a:ext cx="2152650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B555FA-7761-8E4D-4482-3C2A0AED84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485" y="3226556"/>
            <a:ext cx="2152650" cy="10096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2A96AB-D059-203E-EDE0-4A05F72A0D30}"/>
              </a:ext>
            </a:extLst>
          </p:cNvPr>
          <p:cNvSpPr txBox="1"/>
          <p:nvPr/>
        </p:nvSpPr>
        <p:spPr>
          <a:xfrm>
            <a:off x="899009" y="56889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General GNNs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00EC8-8484-5A31-3657-5C21F88DBBDB}"/>
              </a:ext>
            </a:extLst>
          </p:cNvPr>
          <p:cNvSpPr txBox="1"/>
          <p:nvPr/>
        </p:nvSpPr>
        <p:spPr>
          <a:xfrm>
            <a:off x="6026186" y="2655238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AGG function could be:</a:t>
            </a: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Mean</a:t>
            </a: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Max-pooling</a:t>
            </a: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endParaRPr lang="en-US" dirty="0">
              <a:cs typeface="Arial"/>
            </a:endParaRPr>
          </a:p>
          <a:p>
            <a:pPr marL="342900" indent="-342900">
              <a:buAutoNum type="arabicPeriod"/>
            </a:pPr>
            <a:r>
              <a:rPr lang="en-US" dirty="0">
                <a:cs typeface="Arial"/>
              </a:rPr>
              <a:t>Others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865F25-0FCE-FFB7-3C57-CE261C7E53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627" y="1671335"/>
            <a:ext cx="2152650" cy="733425"/>
          </a:xfrm>
          <a:prstGeom prst="rect">
            <a:avLst/>
          </a:prstGeom>
        </p:spPr>
      </p:pic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4776D87-3194-077E-B39B-C735D0E36F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2342" y="4646764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AC3B0F-585A-322B-225A-8376474B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In practice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66E21-D129-71C1-6112-5C85EB866B48}"/>
              </a:ext>
            </a:extLst>
          </p:cNvPr>
          <p:cNvSpPr txBox="1"/>
          <p:nvPr/>
        </p:nvSpPr>
        <p:spPr>
          <a:xfrm>
            <a:off x="531979" y="877765"/>
            <a:ext cx="106292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sampling is done </a:t>
            </a:r>
            <a:r>
              <a:rPr lang="en-US" b="1" dirty="0">
                <a:ea typeface="+mn-lt"/>
                <a:cs typeface="+mn-lt"/>
              </a:rPr>
              <a:t>per node, per layer, and re-randomized every batch</a:t>
            </a:r>
            <a:endParaRPr lang="en-US" b="1">
              <a:cs typeface="Arial"/>
            </a:endParaRP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8D28709F-D7B7-8D40-810A-6AD7E7DA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78" y="1487714"/>
            <a:ext cx="7510338" cy="424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5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43580-6AC3-C793-52F4-65924FA3B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76" y="548840"/>
            <a:ext cx="9945915" cy="435133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32EDD-5D8F-9871-90C8-6D8EF7BF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</p:spPr>
        <p:txBody>
          <a:bodyPr anchor="ctr">
            <a:normAutofit/>
          </a:bodyPr>
          <a:lstStyle/>
          <a:p>
            <a:r>
              <a:rPr lang="en-US"/>
              <a:t>In practice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206D9-C1F9-F0CB-660F-46D9413D9B5F}"/>
              </a:ext>
            </a:extLst>
          </p:cNvPr>
          <p:cNvSpPr txBox="1"/>
          <p:nvPr/>
        </p:nvSpPr>
        <p:spPr>
          <a:xfrm>
            <a:off x="91108" y="4834673"/>
            <a:ext cx="90206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Question: what is the complexity of this architecture?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03EDB-7DD6-166E-23BB-55B97FBEC6A7}"/>
              </a:ext>
            </a:extLst>
          </p:cNvPr>
          <p:cNvSpPr txBox="1"/>
          <p:nvPr/>
        </p:nvSpPr>
        <p:spPr>
          <a:xfrm>
            <a:off x="5749212" y="4838286"/>
            <a:ext cx="63925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O(N*S^L) ; S=sample numbers; N: batch size; L: layers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12AF3-A80C-F03E-F9D1-8087B24C482A}"/>
              </a:ext>
            </a:extLst>
          </p:cNvPr>
          <p:cNvSpPr txBox="1"/>
          <p:nvPr/>
        </p:nvSpPr>
        <p:spPr>
          <a:xfrm>
            <a:off x="954481" y="5356458"/>
            <a:ext cx="101149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Recall: drop-out; mini-batch?</a:t>
            </a:r>
          </a:p>
          <a:p>
            <a:r>
              <a:rPr lang="en-US" dirty="0">
                <a:cs typeface="Arial"/>
              </a:rPr>
              <a:t>One sentence: it allows flexibility of aggregating message from different neighbors</a:t>
            </a:r>
          </a:p>
        </p:txBody>
      </p:sp>
    </p:spTree>
    <p:extLst>
      <p:ext uri="{BB962C8B-B14F-4D97-AF65-F5344CB8AC3E}">
        <p14:creationId xmlns:p14="http://schemas.microsoft.com/office/powerpoint/2010/main" val="196158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460C4233-78C4-8248-8711-AE6B6EF1A1A3}"/>
    </a:ext>
  </a:extLst>
</a:theme>
</file>

<file path=ppt/theme/theme2.xml><?xml version="1.0" encoding="utf-8"?>
<a:theme xmlns:a="http://schemas.openxmlformats.org/drawingml/2006/main" name="1_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9E71AED6-699C-844C-819F-677F42ECB4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jian_personal</vt:lpstr>
      <vt:lpstr>1_jian_personal</vt:lpstr>
      <vt:lpstr>GraphSAGE explained</vt:lpstr>
      <vt:lpstr>What if a graph becomes exceedingly large?</vt:lpstr>
      <vt:lpstr>GraphSAGE</vt:lpstr>
      <vt:lpstr>Mathematic formulation</vt:lpstr>
      <vt:lpstr>In practice</vt:lpstr>
      <vt:lpstr>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lastModifiedBy>JianHuang</cp:lastModifiedBy>
  <cp:revision>223</cp:revision>
  <dcterms:created xsi:type="dcterms:W3CDTF">2025-11-04T23:20:31Z</dcterms:created>
  <dcterms:modified xsi:type="dcterms:W3CDTF">2026-02-12T22:03:00Z</dcterms:modified>
</cp:coreProperties>
</file>