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3ec735d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3ec735d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3ec735d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3ec735d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3ec735d7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3ec735d7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3ec735d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3ec735d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3ec735d7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3ec735d7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strategies to deal with overfitting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Harshavardhan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Stopping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87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</a:t>
            </a:r>
            <a:r>
              <a:rPr lang="en" sz="1600"/>
              <a:t>tops model training when overfitting signs appear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should be </a:t>
            </a:r>
            <a:r>
              <a:rPr lang="en" sz="1600"/>
              <a:t>split</a:t>
            </a:r>
            <a:r>
              <a:rPr lang="en" sz="1600"/>
              <a:t> as </a:t>
            </a:r>
            <a:r>
              <a:rPr b="1" lang="en" sz="1600"/>
              <a:t>training, validation and testing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Monitors validation performance and loss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# of training epochs is a hyperparameter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Benefits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Reduces Overfitting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Saves Computational Resources and improves </a:t>
            </a:r>
            <a:r>
              <a:rPr lang="en" sz="1600"/>
              <a:t>efficiency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Simple implementation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Limitations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Risk of Underfitting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Not Suitable for All Models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Dependency on the Validation Set</a:t>
            </a:r>
            <a:endParaRPr sz="160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4538" l="11724" r="5473" t="8944"/>
          <a:stretch/>
        </p:blipFill>
        <p:spPr>
          <a:xfrm>
            <a:off x="6040625" y="1530200"/>
            <a:ext cx="3103375" cy="2664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Augmentation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58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</a:t>
            </a:r>
            <a:r>
              <a:rPr lang="en" sz="1600"/>
              <a:t>rtificially increase the size and diversity of a training dataset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Random transformations to existing data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Flipping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Cropping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Rotating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Color distortions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Disadvantages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Potential for introducing noise</a:t>
            </a:r>
            <a:endParaRPr sz="1600"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1133" r="1124" t="0"/>
          <a:stretch/>
        </p:blipFill>
        <p:spPr>
          <a:xfrm>
            <a:off x="3653922" y="1693400"/>
            <a:ext cx="5490079" cy="315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methods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 </a:t>
            </a:r>
            <a:r>
              <a:rPr lang="en" sz="1600"/>
              <a:t>different</a:t>
            </a:r>
            <a:r>
              <a:rPr lang="en" sz="1600"/>
              <a:t> models to train and predict and use the combined prediction from these individually trained models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Basic methods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Average prediction - Take average of predictions - Regression problems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Max vote - Take the max vote of the output - classification problems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Advanced methods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Bagging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Boosting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Stacking</a:t>
            </a:r>
            <a:endParaRPr sz="16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775" y="2688800"/>
            <a:ext cx="4363925" cy="24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 or Bootstrap Aggregation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305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Create multiple datasets from the train dataset by selecting observations with replacements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Run a base model on each of the created datasets independently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Combine the predictions of all the base models to each the final output</a:t>
            </a:r>
            <a:endParaRPr sz="16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1025" y="1152475"/>
            <a:ext cx="5772974" cy="324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290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Sequentially train the “weak </a:t>
            </a:r>
            <a:r>
              <a:rPr lang="en" sz="1600"/>
              <a:t>learners</a:t>
            </a:r>
            <a:r>
              <a:rPr lang="en" sz="1600"/>
              <a:t>”</a:t>
            </a:r>
            <a:endParaRPr sz="1600"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2832" r="3683" t="0"/>
          <a:stretch/>
        </p:blipFill>
        <p:spPr>
          <a:xfrm>
            <a:off x="3218100" y="829138"/>
            <a:ext cx="5906074" cy="406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